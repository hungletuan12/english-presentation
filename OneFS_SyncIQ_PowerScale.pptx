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12"/>
  </p:notesMasterIdLst>
  <p:sldIdLst>
    <p:sldId id="2561" r:id="rId5"/>
    <p:sldId id="2562" r:id="rId6"/>
    <p:sldId id="2563" r:id="rId7"/>
    <p:sldId id="2564" r:id="rId8"/>
    <p:sldId id="2565" r:id="rId9"/>
    <p:sldId id="2566" r:id="rId10"/>
    <p:sldId id="25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neFS SyncIQ Benefits and Applications" id="{FA6DDCD7-D85A-405D-950C-46D1396D2884}">
          <p14:sldIdLst>
            <p14:sldId id="2561"/>
          </p14:sldIdLst>
        </p14:section>
        <p14:section name="OneFS SyncIQ Overview and Benefits" id="{21355248-1054-4E37-BF0B-30872CFB82D0}">
          <p14:sldIdLst>
            <p14:sldId id="2562"/>
            <p14:sldId id="2563"/>
            <p14:sldId id="2564"/>
          </p14:sldIdLst>
        </p14:section>
        <p14:section name="Applications and Comparative Advantages" id="{DBF41669-9FFD-4666-845F-027EAF2E0C2A}">
          <p14:sldIdLst>
            <p14:sldId id="2565"/>
            <p14:sldId id="2566"/>
            <p14:sldId id="256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C23E6B-A22F-42A1-9E88-15FFBECF348D}" v="10" dt="2026-03-06T09:42:39.985"/>
  </p1510:revLst>
</p1510:revInfo>
</file>

<file path=ppt/tableStyles.xml><?xml version="1.0" encoding="utf-8"?>
<a:tblStyleLst xmlns:a="http://schemas.openxmlformats.org/drawingml/2006/main" def="{5940675A-B579-460E-94D1-54222C63F5D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715"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49C23E6B-A22F-42A1-9E88-15FFBECF348D}"/>
    <pc:docChg chg="addSld delSld modSld addSection">
      <pc:chgData name="" userId="" providerId="" clId="Web-{49C23E6B-A22F-42A1-9E88-15FFBECF348D}" dt="2026-03-06T09:42:39.985" v="10" actId="34807"/>
      <pc:docMkLst>
        <pc:docMk/>
      </pc:docMkLst>
      <pc:sldChg chg="del">
        <pc:chgData name="" userId="" providerId="" clId="Web-{49C23E6B-A22F-42A1-9E88-15FFBECF348D}" dt="2026-03-06T09:42:39.938" v="0" actId="34807"/>
        <pc:sldMkLst>
          <pc:docMk/>
          <pc:sldMk cId="3058103547" sldId="261"/>
        </pc:sldMkLst>
      </pc:sldChg>
      <pc:sldChg chg="modSp add mod modClrScheme addAnim chgLayout">
        <pc:chgData name="" userId="" providerId="" clId="Web-{49C23E6B-A22F-42A1-9E88-15FFBECF348D}" dt="2026-03-06T09:42:39.985" v="4" actId="34807"/>
        <pc:sldMkLst>
          <pc:docMk/>
          <pc:sldMk cId="4099838097" sldId="2561"/>
        </pc:sldMkLst>
        <pc:spChg chg="mod">
          <ac:chgData name="" userId="" providerId="" clId="Web-{49C23E6B-A22F-42A1-9E88-15FFBECF348D}" dt="2026-03-06T09:42:39.985" v="1" actId="34807"/>
          <ac:spMkLst>
            <pc:docMk/>
            <pc:sldMk cId="4099838097" sldId="2561"/>
            <ac:spMk id="2" creationId="{AE0392E1-DE42-5253-F82C-B442B1217532}"/>
          </ac:spMkLst>
        </pc:spChg>
        <pc:spChg chg="mod">
          <ac:chgData name="" userId="" providerId="" clId="Web-{49C23E6B-A22F-42A1-9E88-15FFBECF348D}" dt="2026-03-06T09:42:39.985" v="1" actId="34807"/>
          <ac:spMkLst>
            <pc:docMk/>
            <pc:sldMk cId="4099838097" sldId="2561"/>
            <ac:spMk id="3" creationId="{9330F182-4FEB-B08E-9D47-754139C19417}"/>
          </ac:spMkLst>
        </pc:spChg>
        <pc:spChg chg="mod">
          <ac:chgData name="" userId="" providerId="" clId="Web-{49C23E6B-A22F-42A1-9E88-15FFBECF348D}" dt="2026-03-06T09:42:39.985" v="1" actId="34807"/>
          <ac:spMkLst>
            <pc:docMk/>
            <pc:sldMk cId="4099838097" sldId="2561"/>
            <ac:spMk id="4" creationId="{DC614FBB-D59D-6525-E562-BBF58789F075}"/>
          </ac:spMkLst>
        </pc:spChg>
        <pc:spChg chg="mod">
          <ac:chgData name="" userId="" providerId="" clId="Web-{49C23E6B-A22F-42A1-9E88-15FFBECF348D}" dt="2026-03-06T09:42:39.985" v="1" actId="34807"/>
          <ac:spMkLst>
            <pc:docMk/>
            <pc:sldMk cId="4099838097" sldId="2561"/>
            <ac:spMk id="5" creationId="{6C3300FD-0F85-6D2D-068D-84CB656EBCA2}"/>
          </ac:spMkLst>
        </pc:spChg>
        <pc:spChg chg="mod">
          <ac:chgData name="" userId="" providerId="" clId="Web-{49C23E6B-A22F-42A1-9E88-15FFBECF348D}" dt="2026-03-06T09:42:39.985" v="1" actId="34807"/>
          <ac:spMkLst>
            <pc:docMk/>
            <pc:sldMk cId="4099838097" sldId="2561"/>
            <ac:spMk id="6" creationId="{C864108F-589A-F954-DAE4-48E2DC65ACED}"/>
          </ac:spMkLst>
        </pc:spChg>
        <pc:picChg chg="mod ord">
          <ac:chgData name="" userId="" providerId="" clId="Web-{49C23E6B-A22F-42A1-9E88-15FFBECF348D}" dt="2026-03-06T09:42:39.985" v="1" actId="34807"/>
          <ac:picMkLst>
            <pc:docMk/>
            <pc:sldMk cId="4099838097" sldId="2561"/>
            <ac:picMk id="7" creationId="{29B570DC-828B-4BBA-A69C-C3E2C07A68A9}"/>
          </ac:picMkLst>
        </pc:picChg>
      </pc:sldChg>
      <pc:sldChg chg="modSp add mod modTransition modClrScheme addAnim chgLayout">
        <pc:chgData name="" userId="" providerId="" clId="Web-{49C23E6B-A22F-42A1-9E88-15FFBECF348D}" dt="2026-03-06T09:42:39.985" v="5" actId="34807"/>
        <pc:sldMkLst>
          <pc:docMk/>
          <pc:sldMk cId="3602232495" sldId="2562"/>
        </pc:sldMkLst>
        <pc:spChg chg="mod">
          <ac:chgData name="" userId="" providerId="" clId="Web-{49C23E6B-A22F-42A1-9E88-15FFBECF348D}" dt="2026-03-06T09:42:39.985" v="1" actId="34807"/>
          <ac:spMkLst>
            <pc:docMk/>
            <pc:sldMk cId="3602232495" sldId="2562"/>
            <ac:spMk id="2" creationId="{5CF460FF-13CB-F4EB-3816-48CEFF2FDA14}"/>
          </ac:spMkLst>
        </pc:spChg>
        <pc:spChg chg="mod">
          <ac:chgData name="" userId="" providerId="" clId="Web-{49C23E6B-A22F-42A1-9E88-15FFBECF348D}" dt="2026-03-06T09:42:39.985" v="1" actId="34807"/>
          <ac:spMkLst>
            <pc:docMk/>
            <pc:sldMk cId="3602232495" sldId="2562"/>
            <ac:spMk id="4" creationId="{5FD27195-1201-6A44-B956-BA165006627F}"/>
          </ac:spMkLst>
        </pc:spChg>
        <pc:spChg chg="mod">
          <ac:chgData name="" userId="" providerId="" clId="Web-{49C23E6B-A22F-42A1-9E88-15FFBECF348D}" dt="2026-03-06T09:42:39.985" v="1" actId="34807"/>
          <ac:spMkLst>
            <pc:docMk/>
            <pc:sldMk cId="3602232495" sldId="2562"/>
            <ac:spMk id="5" creationId="{FAF996D7-075D-6025-1F96-D2649C001706}"/>
          </ac:spMkLst>
        </pc:spChg>
        <pc:spChg chg="mod">
          <ac:chgData name="" userId="" providerId="" clId="Web-{49C23E6B-A22F-42A1-9E88-15FFBECF348D}" dt="2026-03-06T09:42:39.985" v="1" actId="34807"/>
          <ac:spMkLst>
            <pc:docMk/>
            <pc:sldMk cId="3602232495" sldId="2562"/>
            <ac:spMk id="6" creationId="{C1BDA0B1-C7D0-9453-5CAB-C7CB766DBA61}"/>
          </ac:spMkLst>
        </pc:spChg>
      </pc:sldChg>
      <pc:sldChg chg="modSp add mod modTransition modClrScheme addAnim chgLayout">
        <pc:chgData name="" userId="" providerId="" clId="Web-{49C23E6B-A22F-42A1-9E88-15FFBECF348D}" dt="2026-03-06T09:42:39.985" v="6" actId="34807"/>
        <pc:sldMkLst>
          <pc:docMk/>
          <pc:sldMk cId="398312042" sldId="2563"/>
        </pc:sldMkLst>
        <pc:spChg chg="mod">
          <ac:chgData name="" userId="" providerId="" clId="Web-{49C23E6B-A22F-42A1-9E88-15FFBECF348D}" dt="2026-03-06T09:42:39.985" v="1" actId="34807"/>
          <ac:spMkLst>
            <pc:docMk/>
            <pc:sldMk cId="398312042" sldId="2563"/>
            <ac:spMk id="2" creationId="{0360FC23-B819-3A57-B7A8-35EFA5D7CD0C}"/>
          </ac:spMkLst>
        </pc:spChg>
        <pc:spChg chg="mod ord">
          <ac:chgData name="" userId="" providerId="" clId="Web-{49C23E6B-A22F-42A1-9E88-15FFBECF348D}" dt="2026-03-06T09:42:39.985" v="1" actId="34807"/>
          <ac:spMkLst>
            <pc:docMk/>
            <pc:sldMk cId="398312042" sldId="2563"/>
            <ac:spMk id="3" creationId="{FFD37B9B-6069-E0F8-88C1-2F66B4D327D1}"/>
          </ac:spMkLst>
        </pc:spChg>
        <pc:spChg chg="mod">
          <ac:chgData name="" userId="" providerId="" clId="Web-{49C23E6B-A22F-42A1-9E88-15FFBECF348D}" dt="2026-03-06T09:42:39.985" v="1" actId="34807"/>
          <ac:spMkLst>
            <pc:docMk/>
            <pc:sldMk cId="398312042" sldId="2563"/>
            <ac:spMk id="5" creationId="{BFB8B4ED-D8A7-A0F9-F743-C0015CB8C682}"/>
          </ac:spMkLst>
        </pc:spChg>
        <pc:spChg chg="mod">
          <ac:chgData name="" userId="" providerId="" clId="Web-{49C23E6B-A22F-42A1-9E88-15FFBECF348D}" dt="2026-03-06T09:42:39.985" v="1" actId="34807"/>
          <ac:spMkLst>
            <pc:docMk/>
            <pc:sldMk cId="398312042" sldId="2563"/>
            <ac:spMk id="6" creationId="{4C6B145A-C026-F64F-18FC-3284AFC8BCDE}"/>
          </ac:spMkLst>
        </pc:spChg>
        <pc:spChg chg="mod">
          <ac:chgData name="" userId="" providerId="" clId="Web-{49C23E6B-A22F-42A1-9E88-15FFBECF348D}" dt="2026-03-06T09:42:39.985" v="1" actId="34807"/>
          <ac:spMkLst>
            <pc:docMk/>
            <pc:sldMk cId="398312042" sldId="2563"/>
            <ac:spMk id="7" creationId="{302AB3C1-13BD-D358-F9A0-E5713CB43BE4}"/>
          </ac:spMkLst>
        </pc:spChg>
        <pc:picChg chg="mod">
          <ac:chgData name="" userId="" providerId="" clId="Web-{49C23E6B-A22F-42A1-9E88-15FFBECF348D}" dt="2026-03-06T09:42:39.985" v="1" actId="34807"/>
          <ac:picMkLst>
            <pc:docMk/>
            <pc:sldMk cId="398312042" sldId="2563"/>
            <ac:picMk id="8" creationId="{A2013A1D-E2C5-4164-9C3E-4CC341BED137}"/>
          </ac:picMkLst>
        </pc:picChg>
      </pc:sldChg>
      <pc:sldChg chg="modSp add mod modTransition modClrScheme addAnim chgLayout">
        <pc:chgData name="" userId="" providerId="" clId="Web-{49C23E6B-A22F-42A1-9E88-15FFBECF348D}" dt="2026-03-06T09:42:39.985" v="7" actId="34807"/>
        <pc:sldMkLst>
          <pc:docMk/>
          <pc:sldMk cId="4227460212" sldId="2564"/>
        </pc:sldMkLst>
        <pc:spChg chg="mod">
          <ac:chgData name="" userId="" providerId="" clId="Web-{49C23E6B-A22F-42A1-9E88-15FFBECF348D}" dt="2026-03-06T09:42:39.985" v="1" actId="34807"/>
          <ac:spMkLst>
            <pc:docMk/>
            <pc:sldMk cId="4227460212" sldId="2564"/>
            <ac:spMk id="2" creationId="{017BF0E8-863A-67CE-AEA9-8B48607DB52E}"/>
          </ac:spMkLst>
        </pc:spChg>
        <pc:spChg chg="mod">
          <ac:chgData name="" userId="" providerId="" clId="Web-{49C23E6B-A22F-42A1-9E88-15FFBECF348D}" dt="2026-03-06T09:42:39.985" v="1" actId="34807"/>
          <ac:spMkLst>
            <pc:docMk/>
            <pc:sldMk cId="4227460212" sldId="2564"/>
            <ac:spMk id="3" creationId="{5DB7CF9C-B6A7-6DF8-D56D-A87E69ECC31B}"/>
          </ac:spMkLst>
        </pc:spChg>
        <pc:spChg chg="mod">
          <ac:chgData name="" userId="" providerId="" clId="Web-{49C23E6B-A22F-42A1-9E88-15FFBECF348D}" dt="2026-03-06T09:42:39.985" v="1" actId="34807"/>
          <ac:spMkLst>
            <pc:docMk/>
            <pc:sldMk cId="4227460212" sldId="2564"/>
            <ac:spMk id="5" creationId="{60EB171A-58F9-1311-31BB-61DBB14CEF8B}"/>
          </ac:spMkLst>
        </pc:spChg>
        <pc:spChg chg="mod">
          <ac:chgData name="" userId="" providerId="" clId="Web-{49C23E6B-A22F-42A1-9E88-15FFBECF348D}" dt="2026-03-06T09:42:39.985" v="1" actId="34807"/>
          <ac:spMkLst>
            <pc:docMk/>
            <pc:sldMk cId="4227460212" sldId="2564"/>
            <ac:spMk id="6" creationId="{473AA5E1-07E4-D8EC-5314-2D50C53EC984}"/>
          </ac:spMkLst>
        </pc:spChg>
        <pc:spChg chg="mod">
          <ac:chgData name="" userId="" providerId="" clId="Web-{49C23E6B-A22F-42A1-9E88-15FFBECF348D}" dt="2026-03-06T09:42:39.985" v="1" actId="34807"/>
          <ac:spMkLst>
            <pc:docMk/>
            <pc:sldMk cId="4227460212" sldId="2564"/>
            <ac:spMk id="7" creationId="{61998E0B-BDEF-660E-D20B-FB4A5B7349C5}"/>
          </ac:spMkLst>
        </pc:spChg>
        <pc:picChg chg="mod">
          <ac:chgData name="" userId="" providerId="" clId="Web-{49C23E6B-A22F-42A1-9E88-15FFBECF348D}" dt="2026-03-06T09:42:39.985" v="1" actId="34807"/>
          <ac:picMkLst>
            <pc:docMk/>
            <pc:sldMk cId="4227460212" sldId="2564"/>
            <ac:picMk id="8" creationId="{BE665F28-7389-4C05-BDDD-C366DA3359FE}"/>
          </ac:picMkLst>
        </pc:picChg>
      </pc:sldChg>
      <pc:sldChg chg="modSp add mod modTransition modClrScheme addAnim chgLayout">
        <pc:chgData name="" userId="" providerId="" clId="Web-{49C23E6B-A22F-42A1-9E88-15FFBECF348D}" dt="2026-03-06T09:42:39.985" v="8" actId="34807"/>
        <pc:sldMkLst>
          <pc:docMk/>
          <pc:sldMk cId="3395102795" sldId="2565"/>
        </pc:sldMkLst>
        <pc:spChg chg="mod">
          <ac:chgData name="" userId="" providerId="" clId="Web-{49C23E6B-A22F-42A1-9E88-15FFBECF348D}" dt="2026-03-06T09:42:39.985" v="1" actId="34807"/>
          <ac:spMkLst>
            <pc:docMk/>
            <pc:sldMk cId="3395102795" sldId="2565"/>
            <ac:spMk id="2" creationId="{A5B0FD78-5DE7-3CF3-1AB1-4B5687FCA205}"/>
          </ac:spMkLst>
        </pc:spChg>
        <pc:spChg chg="mod">
          <ac:chgData name="" userId="" providerId="" clId="Web-{49C23E6B-A22F-42A1-9E88-15FFBECF348D}" dt="2026-03-06T09:42:39.985" v="1" actId="34807"/>
          <ac:spMkLst>
            <pc:docMk/>
            <pc:sldMk cId="3395102795" sldId="2565"/>
            <ac:spMk id="4" creationId="{6350A847-67D1-3050-C03D-B2C798BCCF62}"/>
          </ac:spMkLst>
        </pc:spChg>
        <pc:spChg chg="mod">
          <ac:chgData name="" userId="" providerId="" clId="Web-{49C23E6B-A22F-42A1-9E88-15FFBECF348D}" dt="2026-03-06T09:42:39.985" v="1" actId="34807"/>
          <ac:spMkLst>
            <pc:docMk/>
            <pc:sldMk cId="3395102795" sldId="2565"/>
            <ac:spMk id="5" creationId="{CB69BFC6-5DBA-6874-2854-841A39477B38}"/>
          </ac:spMkLst>
        </pc:spChg>
        <pc:spChg chg="mod">
          <ac:chgData name="" userId="" providerId="" clId="Web-{49C23E6B-A22F-42A1-9E88-15FFBECF348D}" dt="2026-03-06T09:42:39.985" v="1" actId="34807"/>
          <ac:spMkLst>
            <pc:docMk/>
            <pc:sldMk cId="3395102795" sldId="2565"/>
            <ac:spMk id="6" creationId="{00748616-E556-13D0-4BCA-9DDF7E60F9BF}"/>
          </ac:spMkLst>
        </pc:spChg>
      </pc:sldChg>
      <pc:sldChg chg="modSp add mod modTransition modClrScheme addAnim chgLayout">
        <pc:chgData name="" userId="" providerId="" clId="Web-{49C23E6B-A22F-42A1-9E88-15FFBECF348D}" dt="2026-03-06T09:42:39.985" v="9" actId="34807"/>
        <pc:sldMkLst>
          <pc:docMk/>
          <pc:sldMk cId="3425011194" sldId="2566"/>
        </pc:sldMkLst>
        <pc:spChg chg="mod">
          <ac:chgData name="" userId="" providerId="" clId="Web-{49C23E6B-A22F-42A1-9E88-15FFBECF348D}" dt="2026-03-06T09:42:39.985" v="1" actId="34807"/>
          <ac:spMkLst>
            <pc:docMk/>
            <pc:sldMk cId="3425011194" sldId="2566"/>
            <ac:spMk id="2" creationId="{5557FA62-E0C5-F03A-E95F-FCB27AE37A27}"/>
          </ac:spMkLst>
        </pc:spChg>
        <pc:spChg chg="mod ord">
          <ac:chgData name="" userId="" providerId="" clId="Web-{49C23E6B-A22F-42A1-9E88-15FFBECF348D}" dt="2026-03-06T09:42:39.985" v="1" actId="34807"/>
          <ac:spMkLst>
            <pc:docMk/>
            <pc:sldMk cId="3425011194" sldId="2566"/>
            <ac:spMk id="3" creationId="{86EA6095-B84B-D6A0-4DBE-97CDD9B83669}"/>
          </ac:spMkLst>
        </pc:spChg>
        <pc:spChg chg="mod">
          <ac:chgData name="" userId="" providerId="" clId="Web-{49C23E6B-A22F-42A1-9E88-15FFBECF348D}" dt="2026-03-06T09:42:39.985" v="1" actId="34807"/>
          <ac:spMkLst>
            <pc:docMk/>
            <pc:sldMk cId="3425011194" sldId="2566"/>
            <ac:spMk id="5" creationId="{8518D7F5-A639-7615-F8A2-528D37CB4EE8}"/>
          </ac:spMkLst>
        </pc:spChg>
        <pc:spChg chg="mod">
          <ac:chgData name="" userId="" providerId="" clId="Web-{49C23E6B-A22F-42A1-9E88-15FFBECF348D}" dt="2026-03-06T09:42:39.985" v="1" actId="34807"/>
          <ac:spMkLst>
            <pc:docMk/>
            <pc:sldMk cId="3425011194" sldId="2566"/>
            <ac:spMk id="6" creationId="{DF13872D-610D-7E04-59F4-AADAC2FDE7F3}"/>
          </ac:spMkLst>
        </pc:spChg>
        <pc:spChg chg="mod">
          <ac:chgData name="" userId="" providerId="" clId="Web-{49C23E6B-A22F-42A1-9E88-15FFBECF348D}" dt="2026-03-06T09:42:39.985" v="1" actId="34807"/>
          <ac:spMkLst>
            <pc:docMk/>
            <pc:sldMk cId="3425011194" sldId="2566"/>
            <ac:spMk id="7" creationId="{8CD26A08-26F2-F317-AD14-440592653C68}"/>
          </ac:spMkLst>
        </pc:spChg>
        <pc:picChg chg="mod">
          <ac:chgData name="" userId="" providerId="" clId="Web-{49C23E6B-A22F-42A1-9E88-15FFBECF348D}" dt="2026-03-06T09:42:39.985" v="1" actId="34807"/>
          <ac:picMkLst>
            <pc:docMk/>
            <pc:sldMk cId="3425011194" sldId="2566"/>
            <ac:picMk id="8" creationId="{BDAAB6EA-54B1-4DB7-8599-5812EC0CD42F}"/>
          </ac:picMkLst>
        </pc:picChg>
      </pc:sldChg>
      <pc:sldChg chg="modSp add mod modTransition modClrScheme addAnim chgLayout">
        <pc:chgData name="" userId="" providerId="" clId="Web-{49C23E6B-A22F-42A1-9E88-15FFBECF348D}" dt="2026-03-06T09:42:39.985" v="10" actId="34807"/>
        <pc:sldMkLst>
          <pc:docMk/>
          <pc:sldMk cId="3203422576" sldId="2567"/>
        </pc:sldMkLst>
        <pc:spChg chg="mod">
          <ac:chgData name="" userId="" providerId="" clId="Web-{49C23E6B-A22F-42A1-9E88-15FFBECF348D}" dt="2026-03-06T09:42:39.985" v="1" actId="34807"/>
          <ac:spMkLst>
            <pc:docMk/>
            <pc:sldMk cId="3203422576" sldId="2567"/>
            <ac:spMk id="2" creationId="{58CC6240-FB1B-C7E0-5209-CE3BD0C8FDC7}"/>
          </ac:spMkLst>
        </pc:spChg>
        <pc:spChg chg="mod ord">
          <ac:chgData name="" userId="" providerId="" clId="Web-{49C23E6B-A22F-42A1-9E88-15FFBECF348D}" dt="2026-03-06T09:42:39.985" v="1" actId="34807"/>
          <ac:spMkLst>
            <pc:docMk/>
            <pc:sldMk cId="3203422576" sldId="2567"/>
            <ac:spMk id="3" creationId="{3BB06057-730C-66BE-A05F-F00D67CEC36F}"/>
          </ac:spMkLst>
        </pc:spChg>
        <pc:spChg chg="mod">
          <ac:chgData name="" userId="" providerId="" clId="Web-{49C23E6B-A22F-42A1-9E88-15FFBECF348D}" dt="2026-03-06T09:42:39.985" v="1" actId="34807"/>
          <ac:spMkLst>
            <pc:docMk/>
            <pc:sldMk cId="3203422576" sldId="2567"/>
            <ac:spMk id="5" creationId="{21A478B6-2D9A-543C-3699-E9E96E3A764C}"/>
          </ac:spMkLst>
        </pc:spChg>
        <pc:spChg chg="mod">
          <ac:chgData name="" userId="" providerId="" clId="Web-{49C23E6B-A22F-42A1-9E88-15FFBECF348D}" dt="2026-03-06T09:42:39.985" v="1" actId="34807"/>
          <ac:spMkLst>
            <pc:docMk/>
            <pc:sldMk cId="3203422576" sldId="2567"/>
            <ac:spMk id="6" creationId="{40BCB0DD-43B2-8403-E93E-66DF5A92C9FD}"/>
          </ac:spMkLst>
        </pc:spChg>
        <pc:spChg chg="mod">
          <ac:chgData name="" userId="" providerId="" clId="Web-{49C23E6B-A22F-42A1-9E88-15FFBECF348D}" dt="2026-03-06T09:42:39.985" v="1" actId="34807"/>
          <ac:spMkLst>
            <pc:docMk/>
            <pc:sldMk cId="3203422576" sldId="2567"/>
            <ac:spMk id="7" creationId="{101DCDCC-2319-8C73-8004-02C14D657DBE}"/>
          </ac:spMkLst>
        </pc:spChg>
        <pc:picChg chg="mod">
          <ac:chgData name="" userId="" providerId="" clId="Web-{49C23E6B-A22F-42A1-9E88-15FFBECF348D}" dt="2026-03-06T09:42:39.985" v="1" actId="34807"/>
          <ac:picMkLst>
            <pc:docMk/>
            <pc:sldMk cId="3203422576" sldId="2567"/>
            <ac:picMk id="8" creationId="{9C74F0BD-9EA2-42C4-93F4-FB43EF28FAD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87EF1B-3089-4752-BFCD-CDC3014626A0}" type="datetimeFigureOut">
              <a:rPr lang="en-US" smtClean="0"/>
              <a:t>3/6/2026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9F3FAF-CC6A-478D-BF6B-BD1EE87BC1BE}" type="slidenum">
              <a:rPr lang="en-US" smtClean="0"/>
              <a:t>‹#›</a:t>
            </a:fld>
            <a:endParaRPr lang="en-US" dirty="0"/>
          </a:p>
        </p:txBody>
      </p:sp>
    </p:spTree>
    <p:extLst>
      <p:ext uri="{BB962C8B-B14F-4D97-AF65-F5344CB8AC3E}">
        <p14:creationId xmlns:p14="http://schemas.microsoft.com/office/powerpoint/2010/main" val="1331218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29F3FAF-CC6A-478D-BF6B-BD1EE87BC1BE}" type="slidenum">
              <a:rPr lang="en-US" smtClean="0"/>
              <a:t>1</a:t>
            </a:fld>
            <a:endParaRPr lang="en-US" dirty="0"/>
          </a:p>
        </p:txBody>
      </p:sp>
    </p:spTree>
    <p:extLst>
      <p:ext uri="{BB962C8B-B14F-4D97-AF65-F5344CB8AC3E}">
        <p14:creationId xmlns:p14="http://schemas.microsoft.com/office/powerpoint/2010/main" val="948877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https://infohub.delltechnologies.com/en-au/l/dell-powerscale-onefs-technical-overview/file-system-structure/
Introduction to SyncIQ, Key Benefits of SyncIQ
</a:t>
            </a:r>
          </a:p>
        </p:txBody>
      </p:sp>
      <p:sp>
        <p:nvSpPr>
          <p:cNvPr id="4" name="Slide Number Placeholder 3"/>
          <p:cNvSpPr>
            <a:spLocks noGrp="1"/>
          </p:cNvSpPr>
          <p:nvPr>
            <p:ph type="sldNum" sz="quarter" idx="5"/>
          </p:nvPr>
        </p:nvSpPr>
        <p:spPr/>
        <p:txBody>
          <a:bodyPr/>
          <a:lstStyle/>
          <a:p>
            <a:fld id="{E29F3FAF-CC6A-478D-BF6B-BD1EE87BC1BE}" type="slidenum">
              <a:rPr lang="en-US" smtClean="0"/>
              <a:t>2</a:t>
            </a:fld>
            <a:endParaRPr lang="en-US" dirty="0"/>
          </a:p>
        </p:txBody>
      </p:sp>
    </p:spTree>
    <p:extLst>
      <p:ext uri="{BB962C8B-B14F-4D97-AF65-F5344CB8AC3E}">
        <p14:creationId xmlns:p14="http://schemas.microsoft.com/office/powerpoint/2010/main" val="1365293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https://infohub.delltechnologies.com/en-au/l/dell-powerscale-onefs-technical-overview/file-system-structure/
SyncIQ is a core data replication technology built into the Dell PowerScale OneFS operating system, designed to provide highly flexible, automated, and scalable replication across distributed storage clusters. At its foundation, SyncIQ enables organizations to efficiently protect, move, and synchronize their unstructured data across LAN or WAN environments, offering multiple deployment topologies that support diverse resilience and performance needs. This capability is especially valuable for enterprises managing expanding volumes of unstructured data, including analytics workloads, media pipelines, or general-purpose file services that demand consistent availability and protection. SyncIQ operates asynchronously, allowing production environments to continue performing without interruption while replication occurs in the background. The process leverages sophisticated scanning and change-detection mechanisms to identify modified data and transfer only incremental updates, which optimizes bandwidth consumption while maintaining dataset consistency between clusters. Through its parallelized architecture, SyncIQ distributes replication tasks across cluster nodes so that throughput scales in line with overall system capacity—making it particularly effective at multi-petabyte scale. Administrators benefit from a policy-driven framework, enabling fine-grained control over replication behavior at the file, directory, or full filesystem level. These policies can be executed based on schedules, triggered by dataset modifications, or run manually for operational or maintenance purposes. Broad connectivity support means SyncIQ is equally suited for short-distance datacenter failover architectures or long-distance disaster recovery sites. Collectively, these capabilities make SyncIQ a foundational component in enterprise strategies for resilience, data mobility, and infrastructure optimization, delivering seamless integration with other OneFS services, such as SnapshotIQ for snapshot-driven data lifecycle management.
</a:t>
            </a:r>
          </a:p>
        </p:txBody>
      </p:sp>
      <p:sp>
        <p:nvSpPr>
          <p:cNvPr id="4" name="Slide Number Placeholder 3"/>
          <p:cNvSpPr>
            <a:spLocks noGrp="1"/>
          </p:cNvSpPr>
          <p:nvPr>
            <p:ph type="sldNum" sz="quarter" idx="5"/>
          </p:nvPr>
        </p:nvSpPr>
        <p:spPr/>
        <p:txBody>
          <a:bodyPr/>
          <a:lstStyle/>
          <a:p>
            <a:fld id="{E29F3FAF-CC6A-478D-BF6B-BD1EE87BC1BE}" type="slidenum">
              <a:rPr lang="en-US" smtClean="0"/>
              <a:t>3</a:t>
            </a:fld>
            <a:endParaRPr lang="en-US" dirty="0"/>
          </a:p>
        </p:txBody>
      </p:sp>
    </p:spTree>
    <p:extLst>
      <p:ext uri="{BB962C8B-B14F-4D97-AF65-F5344CB8AC3E}">
        <p14:creationId xmlns:p14="http://schemas.microsoft.com/office/powerpoint/2010/main" val="3603687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https://infohub.delltechnologies.com/en-au/l/dell-powerscale-onefs-technical-overview/file-system-structure/
SyncIQ delivers a robust suite of benefits that make it a powerful and essential replication engine for large-scale unstructured data environments. One of the most notable advantages is its high-performance asynchronous replication, which ensures that large datasets can be synchronized efficiently without impacting production workloads. SyncIQ’s design enables organizations to maintain flexible Recovery Point Objectives (RPO) and Recovery Time Objectives (RTO), allowing them to calibrate protection levels against infrastructure investments and operational risk tolerance. Its scalability is virtually unmatched, with no fixed limitations on replicated filesystem size, empowering organizations to maintain replication consistency even as their datasets expand into multiple-petabyte ranges. The engine achieves this by employing a highly parallel replication architecture that spreads workload across cluster resources—ensuring throughput scales in proportion to capacity increases, and enabling stable RPO performance even for growing datasets. SyncIQ also excels in network adaptability, offering tunable performance characteristics optimized for both LAN and WAN environments. This flexibility allows organizations to replicate across geographically distant clusters for regional disaster recovery or within the same facility for high-availability designs. The policy-based structure adds further control, enabling replication to be tailored at granular levels such as individual directories or entire filesystems, and triggered based on schedules or changes detected at the source. These features collectively provide exceptional operational control, scalability, efficiency, and adaptability, making SyncIQ a strategic tool for modern data protection, mobility, and multi-site storage architectures.
</a:t>
            </a:r>
          </a:p>
        </p:txBody>
      </p:sp>
      <p:sp>
        <p:nvSpPr>
          <p:cNvPr id="4" name="Slide Number Placeholder 3"/>
          <p:cNvSpPr>
            <a:spLocks noGrp="1"/>
          </p:cNvSpPr>
          <p:nvPr>
            <p:ph type="sldNum" sz="quarter" idx="5"/>
          </p:nvPr>
        </p:nvSpPr>
        <p:spPr/>
        <p:txBody>
          <a:bodyPr/>
          <a:lstStyle/>
          <a:p>
            <a:fld id="{E29F3FAF-CC6A-478D-BF6B-BD1EE87BC1BE}" type="slidenum">
              <a:rPr lang="en-US" smtClean="0"/>
              <a:t>4</a:t>
            </a:fld>
            <a:endParaRPr lang="en-US" dirty="0"/>
          </a:p>
        </p:txBody>
      </p:sp>
    </p:spTree>
    <p:extLst>
      <p:ext uri="{BB962C8B-B14F-4D97-AF65-F5344CB8AC3E}">
        <p14:creationId xmlns:p14="http://schemas.microsoft.com/office/powerpoint/2010/main" val="2788827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https://lenovopress.lenovo.com/lp1700-lenovo-everyscale-design-architecture-for-weka-storage,https://techcommunity.microsoft.com/blog/azurehighperformancecomputingblog/breaking-the-speed-limit-with-weka-file-system-on-top-of-azure-hot-blob/4171777
Real-World Use Cases of SyncIQ, SyncIQ vs Traditional Backup Approaches
</a:t>
            </a:r>
          </a:p>
        </p:txBody>
      </p:sp>
      <p:sp>
        <p:nvSpPr>
          <p:cNvPr id="4" name="Slide Number Placeholder 3"/>
          <p:cNvSpPr>
            <a:spLocks noGrp="1"/>
          </p:cNvSpPr>
          <p:nvPr>
            <p:ph type="sldNum" sz="quarter" idx="5"/>
          </p:nvPr>
        </p:nvSpPr>
        <p:spPr/>
        <p:txBody>
          <a:bodyPr/>
          <a:lstStyle/>
          <a:p>
            <a:fld id="{E29F3FAF-CC6A-478D-BF6B-BD1EE87BC1BE}" type="slidenum">
              <a:rPr lang="en-US" smtClean="0"/>
              <a:t>5</a:t>
            </a:fld>
            <a:endParaRPr lang="en-US" dirty="0"/>
          </a:p>
        </p:txBody>
      </p:sp>
    </p:spTree>
    <p:extLst>
      <p:ext uri="{BB962C8B-B14F-4D97-AF65-F5344CB8AC3E}">
        <p14:creationId xmlns:p14="http://schemas.microsoft.com/office/powerpoint/2010/main" val="3942250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https://lenovopress.lenovo.com/lp1700-lenovo-everyscale-design-architecture-for-weka-storage,https://techcommunity.microsoft.com/blog/azurehighperformancecomputingblog/breaking-the-speed-limit-with-weka-file-system-on-top-of-azure-hot-blob/4171777
SyncIQ is widely employed across industries to address mission-critical data protection, mobility, and operational continuity challenges. A primary use case is disaster recovery (DR), where SyncIQ continuously synchronizes data between primary and secondary PowerScale clusters, ensuring organizations have a ready-to-activate replica environment in the event of a site-level failure. This cluster-to-cluster redundancy significantly strengthens business continuity plans by minimizing downtime and data loss. Another important application is snapshot archiving, especially when integrated with SnapshotIQ. In this workflow, SyncIQ replicates snapshots to remote clusters for long-term retention, dataset consistency, and compliance-driven retention strategies. This approach prevents primary storage from becoming overcrowded with historical snapshots while preserving rapid access and recovery options. SyncIQ also supports multi-site data distribution, enabling geographically dispersed teams—such as research groups, analytics departments, or media production units—to access synchronized datasets without relying on slow or manually managed transfers. Its ability to handle extremely large unstructured datasets makes it ideal for industries dealing with massive data volumes, such as AI and machine learning pipelines, genomic sequencing, VFX rendering, or scientific simulations. Across all these scenarios, SyncIQ's policy-driven management framework ensures that replication can be tailored to specific operational requirements, whether the priority is rapid failover, data lifecycle management, or distributed collaboration across global environments.
</a:t>
            </a:r>
          </a:p>
        </p:txBody>
      </p:sp>
      <p:sp>
        <p:nvSpPr>
          <p:cNvPr id="4" name="Slide Number Placeholder 3"/>
          <p:cNvSpPr>
            <a:spLocks noGrp="1"/>
          </p:cNvSpPr>
          <p:nvPr>
            <p:ph type="sldNum" sz="quarter" idx="5"/>
          </p:nvPr>
        </p:nvSpPr>
        <p:spPr/>
        <p:txBody>
          <a:bodyPr/>
          <a:lstStyle/>
          <a:p>
            <a:fld id="{E29F3FAF-CC6A-478D-BF6B-BD1EE87BC1BE}" type="slidenum">
              <a:rPr lang="en-US" smtClean="0"/>
              <a:t>6</a:t>
            </a:fld>
            <a:endParaRPr lang="en-US" dirty="0"/>
          </a:p>
        </p:txBody>
      </p:sp>
    </p:spTree>
    <p:extLst>
      <p:ext uri="{BB962C8B-B14F-4D97-AF65-F5344CB8AC3E}">
        <p14:creationId xmlns:p14="http://schemas.microsoft.com/office/powerpoint/2010/main" val="3332081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https://lenovopress.lenovo.com/lp1700-lenovo-everyscale-design-architecture-for-weka-storage,https://techcommunity.microsoft.com/blog/azurehighperformancecomputingblog/breaking-the-speed-limit-with-weka-file-system-on-top-of-azure-hot-blob/4171777
SyncIQ offers several compelling advantages over traditional backup systems, particularly tape-based workflows that can be slow, operationally complex, and resource intensive. Because SyncIQ maintains synchronized cluster replicas, recovery operations are significantly faster than when relying on sequential tape restoration, enabling organizations to resume operations with minimal disruption. Unlike traditional backups that depend on manual processes or long-running jobs, SyncIQ automates data synchronization entirely, reducing the likelihood of human error and freeing IT teams from repetitive administrative tasks. Its parallel replication architecture also ensures that data transfers occur without degrading the performance of production systems, which is a common challenge in legacy backup environments where backup windows can interfere with operational workloads. Additionally, the asynchronous, incremental nature of SyncIQ allows organizations to maintain up-to-date replicas without requiring full system scans or complete dataset retransfers. This efficiency directly translates to lower bandwidth usage, faster synchronization cycles, and more predictable protection schedules. Together, these advantages position SyncIQ as a modern, resilient, and highly efficient alternative to older backup solutions, especially for organizations operating at scale or requiring rapid recovery, high availability, and minimal operational overhead.
</a:t>
            </a:r>
          </a:p>
        </p:txBody>
      </p:sp>
      <p:sp>
        <p:nvSpPr>
          <p:cNvPr id="4" name="Slide Number Placeholder 3"/>
          <p:cNvSpPr>
            <a:spLocks noGrp="1"/>
          </p:cNvSpPr>
          <p:nvPr>
            <p:ph type="sldNum" sz="quarter" idx="5"/>
          </p:nvPr>
        </p:nvSpPr>
        <p:spPr/>
        <p:txBody>
          <a:bodyPr/>
          <a:lstStyle/>
          <a:p>
            <a:fld id="{E29F3FAF-CC6A-478D-BF6B-BD1EE87BC1BE}" type="slidenum">
              <a:rPr lang="en-US" smtClean="0"/>
              <a:t>7</a:t>
            </a:fld>
            <a:endParaRPr lang="en-US" dirty="0"/>
          </a:p>
        </p:txBody>
      </p:sp>
    </p:spTree>
    <p:extLst>
      <p:ext uri="{BB962C8B-B14F-4D97-AF65-F5344CB8AC3E}">
        <p14:creationId xmlns:p14="http://schemas.microsoft.com/office/powerpoint/2010/main" val="32727136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3/6/2026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3442845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3/6/2026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9971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3/6/2026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userDrawn="1"/>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31937050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C3D1438-E7DE-BCF4-D0DD-97184D8B7208}"/>
              </a:ext>
            </a:extLst>
          </p:cNvPr>
          <p:cNvSpPr>
            <a:spLocks noGrp="1"/>
          </p:cNvSpPr>
          <p:nvPr>
            <p:ph type="title"/>
          </p:nvPr>
        </p:nvSpPr>
        <p:spPr>
          <a:xfrm>
            <a:off x="5909930" y="640097"/>
            <a:ext cx="4362148" cy="3474720"/>
          </a:xfrm>
        </p:spPr>
        <p:txBody>
          <a:bodyPr/>
          <a:lstStyle/>
          <a:p>
            <a:r>
              <a:rPr lang="en-US"/>
              <a:t>Click to edit Master title style</a:t>
            </a:r>
          </a:p>
        </p:txBody>
      </p:sp>
      <p:sp>
        <p:nvSpPr>
          <p:cNvPr id="14" name="Text Placeholder 15">
            <a:extLst>
              <a:ext uri="{FF2B5EF4-FFF2-40B4-BE49-F238E27FC236}">
                <a16:creationId xmlns:a16="http://schemas.microsoft.com/office/drawing/2014/main" id="{E9EB830E-59F9-793F-E2E7-110D033D7F86}"/>
              </a:ext>
            </a:extLst>
          </p:cNvPr>
          <p:cNvSpPr>
            <a:spLocks noGrp="1"/>
          </p:cNvSpPr>
          <p:nvPr>
            <p:ph type="body" sz="quarter" idx="17"/>
          </p:nvPr>
        </p:nvSpPr>
        <p:spPr>
          <a:xfrm>
            <a:off x="5909929" y="4818889"/>
            <a:ext cx="4206701" cy="1188720"/>
          </a:xfrm>
        </p:spPr>
        <p:txBody>
          <a:bodyPr anchor="t">
            <a:normAutofit/>
          </a:bodyPr>
          <a:lstStyle>
            <a:lvl1pPr algn="l">
              <a:defRPr sz="2000"/>
            </a:lvl1pPr>
          </a:lstStyle>
          <a:p>
            <a:pPr lvl="0"/>
            <a:r>
              <a:rPr lang="en-US" dirty="0"/>
              <a:t>Click to edit Master text styles</a:t>
            </a:r>
          </a:p>
        </p:txBody>
      </p:sp>
      <p:sp>
        <p:nvSpPr>
          <p:cNvPr id="9" name="Picture Placeholder 8">
            <a:extLst>
              <a:ext uri="{FF2B5EF4-FFF2-40B4-BE49-F238E27FC236}">
                <a16:creationId xmlns:a16="http://schemas.microsoft.com/office/drawing/2014/main" id="{2C9C23E6-AA65-EED1-FC7F-E4138D9D0DF7}"/>
              </a:ext>
            </a:extLst>
          </p:cNvPr>
          <p:cNvSpPr>
            <a:spLocks noGrp="1"/>
          </p:cNvSpPr>
          <p:nvPr>
            <p:ph type="pic" sz="quarter" idx="13" hasCustomPrompt="1"/>
          </p:nvPr>
        </p:nvSpPr>
        <p:spPr>
          <a:xfrm>
            <a:off x="0" y="0"/>
            <a:ext cx="5060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dirty="0"/>
              <a:t> </a:t>
            </a:r>
          </a:p>
        </p:txBody>
      </p:sp>
      <p:cxnSp>
        <p:nvCxnSpPr>
          <p:cNvPr id="7" name="Straight Connector 6">
            <a:extLst>
              <a:ext uri="{FF2B5EF4-FFF2-40B4-BE49-F238E27FC236}">
                <a16:creationId xmlns:a16="http://schemas.microsoft.com/office/drawing/2014/main" id="{63DCC7EC-EB64-3FA5-9B9F-4B65F8B35369}"/>
              </a:ext>
              <a:ext uri="{C183D7F6-B498-43B3-948B-1728B52AA6E4}">
                <adec:decorative xmlns:adec="http://schemas.microsoft.com/office/drawing/2017/decorative" val="1"/>
              </a:ext>
            </a:extLst>
          </p:cNvPr>
          <p:cNvCxnSpPr>
            <a:cxnSpLocks/>
          </p:cNvCxnSpPr>
          <p:nvPr userDrawn="1"/>
        </p:nvCxnSpPr>
        <p:spPr>
          <a:xfrm>
            <a:off x="506048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B5721EA9-D34D-C406-42C9-D1C3DC0550EB}"/>
              </a:ext>
            </a:extLst>
          </p:cNvPr>
          <p:cNvSpPr>
            <a:spLocks noGrp="1"/>
          </p:cNvSpPr>
          <p:nvPr>
            <p:ph type="dt" sz="half" idx="14"/>
          </p:nvPr>
        </p:nvSpPr>
        <p:spPr>
          <a:xfrm rot="5400000">
            <a:off x="10425981" y="4687095"/>
            <a:ext cx="2706690" cy="365125"/>
          </a:xfrm>
        </p:spPr>
        <p:txBody>
          <a:bodyPr/>
          <a:lstStyle/>
          <a:p>
            <a:fld id="{7FA43F5B-065E-43CE-B3FD-98C48A6F94D7}" type="datetime1">
              <a:rPr lang="en-US" smtClean="0"/>
              <a:pPr/>
              <a:t>3/6/2026</a:t>
            </a:fld>
            <a:endParaRPr lang="en-US" dirty="0"/>
          </a:p>
        </p:txBody>
      </p:sp>
      <p:sp>
        <p:nvSpPr>
          <p:cNvPr id="10" name="Footer Placeholder 9">
            <a:extLst>
              <a:ext uri="{FF2B5EF4-FFF2-40B4-BE49-F238E27FC236}">
                <a16:creationId xmlns:a16="http://schemas.microsoft.com/office/drawing/2014/main" id="{B8A451BA-6597-98CC-3A5A-099DB053853F}"/>
              </a:ext>
            </a:extLst>
          </p:cNvPr>
          <p:cNvSpPr>
            <a:spLocks noGrp="1"/>
          </p:cNvSpPr>
          <p:nvPr>
            <p:ph type="ftr" sz="quarter" idx="15"/>
          </p:nvPr>
        </p:nvSpPr>
        <p:spPr>
          <a:xfrm rot="16200000" flipH="1">
            <a:off x="10292565" y="1592957"/>
            <a:ext cx="2973522" cy="365125"/>
          </a:xfrm>
        </p:spPr>
        <p:txBody>
          <a:bodyPr/>
          <a:lstStyle/>
          <a:p>
            <a:r>
              <a:rPr lang="en-US" dirty="0"/>
              <a:t>Sample Footer Text</a:t>
            </a:r>
          </a:p>
        </p:txBody>
      </p:sp>
      <p:sp>
        <p:nvSpPr>
          <p:cNvPr id="11" name="Slide Number Placeholder 10">
            <a:extLst>
              <a:ext uri="{FF2B5EF4-FFF2-40B4-BE49-F238E27FC236}">
                <a16:creationId xmlns:a16="http://schemas.microsoft.com/office/drawing/2014/main" id="{ED98AED2-58CC-D8F4-37CF-06D4C6AE089B}"/>
              </a:ext>
            </a:extLst>
          </p:cNvPr>
          <p:cNvSpPr>
            <a:spLocks noGrp="1"/>
          </p:cNvSpPr>
          <p:nvPr>
            <p:ph type="sldNum" sz="quarter" idx="16"/>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410064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23BF3C-9B75-66EF-8F1A-8B97381705BC}"/>
              </a:ext>
            </a:extLst>
          </p:cNvPr>
          <p:cNvSpPr>
            <a:spLocks noGrp="1"/>
          </p:cNvSpPr>
          <p:nvPr>
            <p:ph type="title"/>
          </p:nvPr>
        </p:nvSpPr>
        <p:spPr>
          <a:xfrm>
            <a:off x="838200" y="873764"/>
            <a:ext cx="4654296" cy="3739896"/>
          </a:xfrm>
        </p:spPr>
        <p:txBody>
          <a:bodyPr/>
          <a:lstStyle/>
          <a:p>
            <a:r>
              <a:rPr lang="en-US"/>
              <a:t>Click to edit Master title style</a:t>
            </a:r>
          </a:p>
        </p:txBody>
      </p:sp>
      <p:sp>
        <p:nvSpPr>
          <p:cNvPr id="7" name="Text Placeholder 15">
            <a:extLst>
              <a:ext uri="{FF2B5EF4-FFF2-40B4-BE49-F238E27FC236}">
                <a16:creationId xmlns:a16="http://schemas.microsoft.com/office/drawing/2014/main" id="{1B44AFE9-43F1-4797-1ECE-FD5190E5805A}"/>
              </a:ext>
            </a:extLst>
          </p:cNvPr>
          <p:cNvSpPr>
            <a:spLocks noGrp="1"/>
          </p:cNvSpPr>
          <p:nvPr>
            <p:ph type="body" sz="quarter" idx="17"/>
          </p:nvPr>
        </p:nvSpPr>
        <p:spPr>
          <a:xfrm>
            <a:off x="838201" y="4732531"/>
            <a:ext cx="4206240" cy="1380743"/>
          </a:xfrm>
        </p:spPr>
        <p:txBody>
          <a:bodyPr anchor="t">
            <a:normAutofit/>
          </a:bodyPr>
          <a:lstStyle>
            <a:lvl1pPr algn="l">
              <a:defRPr sz="2000"/>
            </a:lvl1pPr>
          </a:lstStyle>
          <a:p>
            <a:pPr lvl="0"/>
            <a:r>
              <a:rPr lang="en-US" dirty="0"/>
              <a:t>Click to edit Master text styles</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5947472" y="854346"/>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223A58B4-E2D1-FBC8-004D-0E9EEBBE13DB}"/>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3/6/2026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7763444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1CC58D-28EC-93AD-7E10-1DA3DC6322E1}"/>
              </a:ext>
            </a:extLst>
          </p:cNvPr>
          <p:cNvSpPr>
            <a:spLocks noGrp="1"/>
          </p:cNvSpPr>
          <p:nvPr>
            <p:ph type="title"/>
          </p:nvPr>
        </p:nvSpPr>
        <p:spPr>
          <a:xfrm>
            <a:off x="838200" y="859536"/>
            <a:ext cx="7478991" cy="3635797"/>
          </a:xfrm>
        </p:spPr>
        <p:txBody>
          <a:bodyPr anchor="t">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0E0B119D-A456-DE33-9525-49696D3FEE6E}"/>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15">
            <a:extLst>
              <a:ext uri="{FF2B5EF4-FFF2-40B4-BE49-F238E27FC236}">
                <a16:creationId xmlns:a16="http://schemas.microsoft.com/office/drawing/2014/main" id="{BFFB480A-CB2C-F6F3-1181-7B482DE48A11}"/>
              </a:ext>
            </a:extLst>
          </p:cNvPr>
          <p:cNvSpPr>
            <a:spLocks noGrp="1"/>
          </p:cNvSpPr>
          <p:nvPr>
            <p:ph type="body" sz="quarter" idx="15"/>
          </p:nvPr>
        </p:nvSpPr>
        <p:spPr>
          <a:xfrm>
            <a:off x="4693339" y="5225354"/>
            <a:ext cx="6669986" cy="1545336"/>
          </a:xfrm>
        </p:spPr>
        <p:txBody>
          <a:bodyPr anchor="ctr">
            <a:normAutofit/>
          </a:bodyPr>
          <a:lstStyle>
            <a:lvl1pPr algn="r">
              <a:defRPr sz="2000"/>
            </a:lvl1pPr>
          </a:lstStyle>
          <a:p>
            <a:pPr lvl="0"/>
            <a:r>
              <a:rPr lang="en-US" dirty="0"/>
              <a:t>Click to edit Master text styles</a:t>
            </a:r>
          </a:p>
        </p:txBody>
      </p:sp>
      <p:sp>
        <p:nvSpPr>
          <p:cNvPr id="5" name="Footer Placeholder 4">
            <a:extLst>
              <a:ext uri="{FF2B5EF4-FFF2-40B4-BE49-F238E27FC236}">
                <a16:creationId xmlns:a16="http://schemas.microsoft.com/office/drawing/2014/main" id="{87416322-573D-C8CC-7277-1611B4285D7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29C7DE3-77E6-7F1C-2D66-87946BDD6322}"/>
              </a:ext>
            </a:extLst>
          </p:cNvPr>
          <p:cNvSpPr>
            <a:spLocks noGrp="1"/>
          </p:cNvSpPr>
          <p:nvPr>
            <p:ph type="dt" sz="half" idx="10"/>
          </p:nvPr>
        </p:nvSpPr>
        <p:spPr/>
        <p:txBody>
          <a:bodyPr/>
          <a:lstStyle/>
          <a:p>
            <a:fld id="{7FA43F5B-065E-43CE-B3FD-98C48A6F94D7}" type="datetime1">
              <a:rPr lang="en-US" smtClean="0"/>
              <a:t>3/6/2026</a:t>
            </a:fld>
            <a:endParaRPr lang="en-US" dirty="0"/>
          </a:p>
        </p:txBody>
      </p:sp>
      <p:sp>
        <p:nvSpPr>
          <p:cNvPr id="6" name="Slide Number Placeholder 5">
            <a:extLst>
              <a:ext uri="{FF2B5EF4-FFF2-40B4-BE49-F238E27FC236}">
                <a16:creationId xmlns:a16="http://schemas.microsoft.com/office/drawing/2014/main" id="{A939072A-E9FB-537C-7C31-2FB111D3C65A}"/>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7683680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userDrawn="1"/>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dirty="0"/>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3/6/2026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18939923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13" name="Freeform: Shape 15">
            <a:extLst>
              <a:ext uri="{FF2B5EF4-FFF2-40B4-BE49-F238E27FC236}">
                <a16:creationId xmlns:a16="http://schemas.microsoft.com/office/drawing/2014/main" id="{373F4DFA-EB1C-0802-6DB6-F680367799D7}"/>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2787213"/>
            <a:ext cx="8229600" cy="2621154"/>
          </a:xfrm>
        </p:spPr>
        <p:txBody>
          <a:bodyPr anchor="b">
            <a:normAutofit/>
          </a:bodyPr>
          <a:lstStyle>
            <a:lvl1pPr algn="ctr">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5443909"/>
            <a:ext cx="7588155" cy="1414091"/>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9659C8A-FEAD-0E21-E6D3-D37128750DE3}"/>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ACDF62FB-03E9-93F2-7A34-F233AFA3AC36}"/>
              </a:ext>
            </a:extLst>
          </p:cNvPr>
          <p:cNvSpPr>
            <a:spLocks noGrp="1"/>
          </p:cNvSpPr>
          <p:nvPr>
            <p:ph type="dt" sz="half" idx="10"/>
          </p:nvPr>
        </p:nvSpPr>
        <p:spPr/>
        <p:txBody>
          <a:bodyPr/>
          <a:lstStyle/>
          <a:p>
            <a:fld id="{7FA43F5B-065E-43CE-B3FD-98C48A6F94D7}" type="datetime1">
              <a:rPr lang="en-US" smtClean="0"/>
              <a:t>3/6/2026</a:t>
            </a:fld>
            <a:endParaRPr lang="en-US" dirty="0"/>
          </a:p>
        </p:txBody>
      </p:sp>
      <p:sp>
        <p:nvSpPr>
          <p:cNvPr id="6" name="Slide Number Placeholder 5">
            <a:extLst>
              <a:ext uri="{FF2B5EF4-FFF2-40B4-BE49-F238E27FC236}">
                <a16:creationId xmlns:a16="http://schemas.microsoft.com/office/drawing/2014/main" id="{F6CE9323-6CD7-F266-CF02-4659EBD32BA3}"/>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5496010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3/6/2026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7392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3/6/2026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1781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3192" y="921782"/>
            <a:ext cx="8012703" cy="1463040"/>
          </a:xfrm>
        </p:spPr>
        <p:txBody>
          <a:bodyPr anchor="b">
            <a:noAutofit/>
          </a:bodyPr>
          <a:lstStyle>
            <a:lvl1pPr algn="l">
              <a:defRPr sz="6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3192" y="2533094"/>
            <a:ext cx="8012694" cy="3689909"/>
          </a:xfrm>
        </p:spPr>
        <p:txBody>
          <a:bodyPr anchor="t" anchorCtr="0">
            <a:normAutofit/>
          </a:bodyPr>
          <a:lstStyle>
            <a:lvl1pPr marL="0" indent="0" algn="l">
              <a:buFont typeface="Arial" panose="020B0604020202020204" pitchFamily="34" charset="0"/>
              <a:buNone/>
              <a:defRPr sz="1800">
                <a:solidFill>
                  <a:schemeClr val="tx1"/>
                </a:solidFill>
              </a:defRPr>
            </a:lvl1pPr>
            <a:lvl2pPr algn="l">
              <a:defRPr sz="1600">
                <a:solidFill>
                  <a:schemeClr val="tx1"/>
                </a:solidFill>
              </a:defRPr>
            </a:lvl2pPr>
            <a:lvl3pPr algn="l">
              <a:defRPr sz="1400">
                <a:solidFill>
                  <a:schemeClr val="tx1"/>
                </a:solidFill>
              </a:defRPr>
            </a:lvl3pPr>
            <a:lvl4pPr algn="l">
              <a:defRPr sz="1200">
                <a:solidFill>
                  <a:schemeClr val="tx1"/>
                </a:solidFill>
              </a:defRPr>
            </a:lvl4pPr>
            <a:lvl5pPr algn="l">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A60B404-9532-4DA8-8A40-EC339A5BE635}" type="datetime1">
              <a:rPr lang="en-US" smtClean="0"/>
              <a:pPr/>
              <a:t>3/6/2026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8" name="Straight Connector 7">
            <a:extLst>
              <a:ext uri="{FF2B5EF4-FFF2-40B4-BE49-F238E27FC236}">
                <a16:creationId xmlns:a16="http://schemas.microsoft.com/office/drawing/2014/main" id="{B899D92D-13BB-E0E1-DD69-482838D5372B}"/>
              </a:ext>
              <a:ext uri="{C183D7F6-B498-43B3-948B-1728B52AA6E4}">
                <adec:decorative xmlns:adec="http://schemas.microsoft.com/office/drawing/2017/decorative" val="1"/>
              </a:ext>
            </a:extLst>
          </p:cNvPr>
          <p:cNvCxnSpPr>
            <a:cxnSpLocks/>
          </p:cNvCxnSpPr>
          <p:nvPr userDrawn="1"/>
        </p:nvCxnSpPr>
        <p:spPr>
          <a:xfrm>
            <a:off x="1066880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4282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3">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C4E9710-FA87-30E3-20CB-80AEB3E8C2A9}"/>
              </a:ext>
            </a:extLst>
          </p:cNvPr>
          <p:cNvSpPr>
            <a:spLocks noGrp="1"/>
          </p:cNvSpPr>
          <p:nvPr>
            <p:ph type="title"/>
          </p:nvPr>
        </p:nvSpPr>
        <p:spPr>
          <a:xfrm>
            <a:off x="2060880" y="365760"/>
            <a:ext cx="929292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Content Placeholder 7">
            <a:extLst>
              <a:ext uri="{FF2B5EF4-FFF2-40B4-BE49-F238E27FC236}">
                <a16:creationId xmlns:a16="http://schemas.microsoft.com/office/drawing/2014/main" id="{D0E17293-F2D5-8A51-CB65-CFF771731061}"/>
              </a:ext>
            </a:extLst>
          </p:cNvPr>
          <p:cNvSpPr>
            <a:spLocks noGrp="1"/>
          </p:cNvSpPr>
          <p:nvPr>
            <p:ph sz="quarter" idx="14"/>
          </p:nvPr>
        </p:nvSpPr>
        <p:spPr>
          <a:xfrm>
            <a:off x="2066409" y="1986161"/>
            <a:ext cx="9284368" cy="4236841"/>
          </a:xfrm>
        </p:spPr>
        <p:txBody>
          <a:bodyPr/>
          <a:lstStyle>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9247CA6-BC1D-429A-A289-4E939E49554A}" type="datetime1">
              <a:rPr lang="en-US" smtClean="0"/>
              <a:pPr/>
              <a:t>3/6/2026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7140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3/6/2026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944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365760"/>
            <a:ext cx="1051560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D3196D68-1BE9-332F-CE83-CA191A09639C}"/>
              </a:ext>
            </a:extLst>
          </p:cNvPr>
          <p:cNvSpPr>
            <a:spLocks noGrp="1"/>
          </p:cNvSpPr>
          <p:nvPr>
            <p:ph sz="quarter" idx="13"/>
          </p:nvPr>
        </p:nvSpPr>
        <p:spPr>
          <a:xfrm>
            <a:off x="838200" y="2395538"/>
            <a:ext cx="10515600" cy="4097337"/>
          </a:xfrm>
        </p:spPr>
        <p:txBody>
          <a:bodyPr/>
          <a:lstStyle>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90E4242-8CA0-457D-B3B1-7D78B4164321}" type="datetime1">
              <a:rPr lang="en-US" smtClean="0"/>
              <a:pPr/>
              <a:t>3/6/2026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348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3102182"/>
            <a:ext cx="4325112" cy="2459736"/>
          </a:xfrm>
        </p:spPr>
        <p:txBody>
          <a:bodyPr anchor="b" anchorCtr="0"/>
          <a:lstStyle>
            <a:lvl1pPr marL="0" indent="0">
              <a:buNone/>
              <a:defRPr>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3/6/2026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41962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3/6/2026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674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358617"/>
            <a:ext cx="4145582" cy="4818062"/>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23954" y="841248"/>
            <a:ext cx="5681662" cy="4818062"/>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695276D-BBED-48BC-B459-1E9A16CF46CD}" type="datetime1">
              <a:rPr lang="en-US" smtClean="0"/>
              <a:pPr/>
              <a:t>3/6/2026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7E04C821-A160-CE80-AFE2-D2549F9F2A41}"/>
              </a:ext>
              <a:ext uri="{C183D7F6-B498-43B3-948B-1728B52AA6E4}">
                <adec:decorative xmlns:adec="http://schemas.microsoft.com/office/drawing/2017/decorative" val="1"/>
              </a:ext>
            </a:extLst>
          </p:cNvPr>
          <p:cNvCxnSpPr>
            <a:cxnSpLocks/>
          </p:cNvCxnSpPr>
          <p:nvPr userDrawn="1"/>
        </p:nvCxnSpPr>
        <p:spPr>
          <a:xfrm flipV="1">
            <a:off x="525011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4378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3/6/2026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099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endParaRPr lang="en-US" dirty="0"/>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3/6/2026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userDrawn="1"/>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2335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724240"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3" name="Footer Placeholder 5">
            <a:extLst>
              <a:ext uri="{FF2B5EF4-FFF2-40B4-BE49-F238E27FC236}">
                <a16:creationId xmlns:a16="http://schemas.microsoft.com/office/drawing/2014/main" id="{8B89DDCA-87DB-0908-C1FE-D16DEF719208}"/>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dirty="0"/>
              <a:t>Sample Footer Text</a:t>
            </a:r>
          </a:p>
        </p:txBody>
      </p:sp>
      <p:sp>
        <p:nvSpPr>
          <p:cNvPr id="4" name="Date Placeholder 4">
            <a:extLst>
              <a:ext uri="{FF2B5EF4-FFF2-40B4-BE49-F238E27FC236}">
                <a16:creationId xmlns:a16="http://schemas.microsoft.com/office/drawing/2014/main" id="{8EBE519D-028D-D854-9791-84D8B687B3A9}"/>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3/6/2026</a:t>
            </a:fld>
            <a:endParaRPr lang="en-US"/>
          </a:p>
        </p:txBody>
      </p:sp>
      <p:sp>
        <p:nvSpPr>
          <p:cNvPr id="9" name="Slide Number Placeholder 6">
            <a:extLst>
              <a:ext uri="{FF2B5EF4-FFF2-40B4-BE49-F238E27FC236}">
                <a16:creationId xmlns:a16="http://schemas.microsoft.com/office/drawing/2014/main" id="{EAF697B0-B4E5-EE0F-75F1-242A9E4FB1F7}"/>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0" y="3011335"/>
            <a:ext cx="27182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dirty="0"/>
              <a:t> </a:t>
            </a:r>
          </a:p>
        </p:txBody>
      </p:sp>
      <p:cxnSp>
        <p:nvCxnSpPr>
          <p:cNvPr id="5" name="Straight Connector 4">
            <a:extLst>
              <a:ext uri="{FF2B5EF4-FFF2-40B4-BE49-F238E27FC236}">
                <a16:creationId xmlns:a16="http://schemas.microsoft.com/office/drawing/2014/main" id="{EA233B23-1BCB-72C2-12F6-A6A2A66483EC}"/>
              </a:ext>
              <a:ext uri="{C183D7F6-B498-43B3-948B-1728B52AA6E4}">
                <adec:decorative xmlns:adec="http://schemas.microsoft.com/office/drawing/2017/decorative" val="1"/>
              </a:ext>
            </a:extLst>
          </p:cNvPr>
          <p:cNvCxnSpPr>
            <a:cxnSpLocks/>
          </p:cNvCxnSpPr>
          <p:nvPr userDrawn="1"/>
        </p:nvCxnSpPr>
        <p:spPr>
          <a:xfrm>
            <a:off x="385905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690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3/6/2026</a:t>
            </a:fld>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0459544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3/6/2026</a:t>
            </a:fld>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151445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8056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8056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66BBA9B-B728-DC67-AD0E-8B0CD6B2553B}"/>
              </a:ext>
              <a:ext uri="{C183D7F6-B498-43B3-948B-1728B52AA6E4}">
                <adec:decorative xmlns:adec="http://schemas.microsoft.com/office/drawing/2017/decorative" val="1"/>
              </a:ext>
            </a:extLst>
          </p:cNvPr>
          <p:cNvCxnSpPr>
            <a:cxnSpLocks/>
          </p:cNvCxnSpPr>
          <p:nvPr userDrawn="1"/>
        </p:nvCxnSpPr>
        <p:spPr>
          <a:xfrm>
            <a:off x="401402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CD3AF4A-6CE8-D602-8B43-2DBEE16BF05E}"/>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3/6/2026</a:t>
            </a:fld>
            <a:endParaRPr lang="en-US" dirty="0"/>
          </a:p>
        </p:txBody>
      </p:sp>
      <p:sp>
        <p:nvSpPr>
          <p:cNvPr id="9" name="Footer Placeholder 8">
            <a:extLst>
              <a:ext uri="{FF2B5EF4-FFF2-40B4-BE49-F238E27FC236}">
                <a16:creationId xmlns:a16="http://schemas.microsoft.com/office/drawing/2014/main" id="{767E8268-A223-BA56-F272-53477C7091D7}"/>
              </a:ext>
            </a:extLst>
          </p:cNvPr>
          <p:cNvSpPr>
            <a:spLocks noGrp="1"/>
          </p:cNvSpPr>
          <p:nvPr>
            <p:ph type="ftr" sz="quarter" idx="16"/>
          </p:nvPr>
        </p:nvSpPr>
        <p:spPr>
          <a:xfrm rot="16200000" flipH="1">
            <a:off x="10292565" y="1592957"/>
            <a:ext cx="2973522"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94F7843C-45BC-E180-EC40-8C80397FBC9E}"/>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4170001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userDrawn="1"/>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3/6/2026</a:t>
            </a:fld>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621296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32320" y="584339"/>
            <a:ext cx="4361688" cy="1261714"/>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32320" y="1979463"/>
            <a:ext cx="4362450" cy="43292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FFBFE376-D742-D564-3921-9EE06C25A99D}"/>
              </a:ext>
              <a:ext uri="{C183D7F6-B498-43B3-948B-1728B52AA6E4}">
                <adec:decorative xmlns:adec="http://schemas.microsoft.com/office/drawing/2017/decorative" val="1"/>
              </a:ext>
            </a:extLst>
          </p:cNvPr>
          <p:cNvCxnSpPr>
            <a:cxnSpLocks/>
          </p:cNvCxnSpPr>
          <p:nvPr userDrawn="1"/>
        </p:nvCxnSpPr>
        <p:spPr>
          <a:xfrm>
            <a:off x="66160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5BE6B84-4C67-D49C-27F8-C862E16A8FF8}"/>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3/6/2026</a:t>
            </a:fld>
            <a:endParaRPr lang="en-US" dirty="0"/>
          </a:p>
        </p:txBody>
      </p:sp>
      <p:sp>
        <p:nvSpPr>
          <p:cNvPr id="7" name="Footer Placeholder 6">
            <a:extLst>
              <a:ext uri="{FF2B5EF4-FFF2-40B4-BE49-F238E27FC236}">
                <a16:creationId xmlns:a16="http://schemas.microsoft.com/office/drawing/2014/main" id="{38CDB1B9-EC53-82AC-9108-F0D1BBC43917}"/>
              </a:ext>
            </a:extLst>
          </p:cNvPr>
          <p:cNvSpPr>
            <a:spLocks noGrp="1"/>
          </p:cNvSpPr>
          <p:nvPr>
            <p:ph type="ftr" sz="quarter" idx="16"/>
          </p:nvPr>
        </p:nvSpPr>
        <p:spPr>
          <a:xfrm rot="16200000" flipH="1">
            <a:off x="10292565" y="1592957"/>
            <a:ext cx="2973522"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E60BD4C5-5651-77FA-20CA-3D813654A922}"/>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409897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userDrawn="1"/>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3/6/2026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6118195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userDrawn="1"/>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3/6/2026</a:t>
            </a:fld>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3715171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46720" y="583413"/>
            <a:ext cx="3566160" cy="1527048"/>
          </a:xfrm>
        </p:spPr>
        <p:txBody>
          <a:bodyPr anchor="b">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566160"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C1F1B67D-ECBB-854F-CC29-CAAA9DB18E34}"/>
              </a:ext>
              <a:ext uri="{C183D7F6-B498-43B3-948B-1728B52AA6E4}">
                <adec:decorative xmlns:adec="http://schemas.microsoft.com/office/drawing/2017/decorative" val="1"/>
              </a:ext>
            </a:extLst>
          </p:cNvPr>
          <p:cNvCxnSpPr>
            <a:cxnSpLocks/>
          </p:cNvCxnSpPr>
          <p:nvPr userDrawn="1"/>
        </p:nvCxnSpPr>
        <p:spPr>
          <a:xfrm>
            <a:off x="7582129"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B4A8E04B-FD21-4A20-D196-257B310FD4B4}"/>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3/6/2026</a:t>
            </a:fld>
            <a:endParaRPr lang="en-US" dirty="0"/>
          </a:p>
        </p:txBody>
      </p:sp>
      <p:sp>
        <p:nvSpPr>
          <p:cNvPr id="9" name="Footer Placeholder 8">
            <a:extLst>
              <a:ext uri="{FF2B5EF4-FFF2-40B4-BE49-F238E27FC236}">
                <a16:creationId xmlns:a16="http://schemas.microsoft.com/office/drawing/2014/main" id="{4FB7A9C8-9922-276E-D7E7-BA37C3C590DA}"/>
              </a:ext>
            </a:extLst>
          </p:cNvPr>
          <p:cNvSpPr>
            <a:spLocks noGrp="1"/>
          </p:cNvSpPr>
          <p:nvPr>
            <p:ph type="ftr" sz="quarter" idx="16"/>
          </p:nvPr>
        </p:nvSpPr>
        <p:spPr>
          <a:xfrm rot="16200000" flipH="1">
            <a:off x="10292565" y="1592957"/>
            <a:ext cx="2973522"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C7BD9853-F841-5935-2E22-F5DA78B10918}"/>
              </a:ext>
            </a:extLst>
          </p:cNvPr>
          <p:cNvSpPr>
            <a:spLocks noGrp="1"/>
          </p:cNvSpPr>
          <p:nvPr>
            <p:ph type="sldNum" sz="quarter" idx="17"/>
          </p:nvPr>
        </p:nvSpPr>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5162017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3401568" cy="1527048"/>
          </a:xfrm>
        </p:spPr>
        <p:txBody>
          <a:bodyPr anchor="b">
            <a:norm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212975"/>
            <a:ext cx="3401568"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dirty="0"/>
              <a:t> </a:t>
            </a:r>
          </a:p>
        </p:txBody>
      </p:sp>
      <p:cxnSp>
        <p:nvCxnSpPr>
          <p:cNvPr id="5" name="Straight Connector 4">
            <a:extLst>
              <a:ext uri="{FF2B5EF4-FFF2-40B4-BE49-F238E27FC236}">
                <a16:creationId xmlns:a16="http://schemas.microsoft.com/office/drawing/2014/main" id="{E88ED8BF-3BC1-C0A7-67E1-8F6CE5DBA66D}"/>
              </a:ext>
              <a:ext uri="{C183D7F6-B498-43B3-948B-1728B52AA6E4}">
                <adec:decorative xmlns:adec="http://schemas.microsoft.com/office/drawing/2017/decorative" val="1"/>
              </a:ext>
            </a:extLst>
          </p:cNvPr>
          <p:cNvCxnSpPr>
            <a:cxnSpLocks/>
          </p:cNvCxnSpPr>
          <p:nvPr userDrawn="1"/>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72C41D87-A2F7-832F-EE5D-4A82C0898306}"/>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3/6/2026</a:t>
            </a:fld>
            <a:endParaRPr lang="en-US" dirty="0"/>
          </a:p>
        </p:txBody>
      </p:sp>
      <p:sp>
        <p:nvSpPr>
          <p:cNvPr id="6" name="Footer Placeholder 4">
            <a:extLst>
              <a:ext uri="{FF2B5EF4-FFF2-40B4-BE49-F238E27FC236}">
                <a16:creationId xmlns:a16="http://schemas.microsoft.com/office/drawing/2014/main" id="{B2FFE48E-EFB9-58B7-9159-E1F3B1F35D72}"/>
              </a:ext>
            </a:extLst>
          </p:cNvPr>
          <p:cNvSpPr>
            <a:spLocks noGrp="1"/>
          </p:cNvSpPr>
          <p:nvPr>
            <p:ph type="ftr" sz="quarter" idx="16"/>
          </p:nvPr>
        </p:nvSpPr>
        <p:spPr>
          <a:xfrm rot="16200000" flipH="1">
            <a:off x="-1131161" y="1592957"/>
            <a:ext cx="2973522" cy="365125"/>
          </a:xfrm>
        </p:spPr>
        <p:txBody>
          <a:bodyPr/>
          <a:lstStyle/>
          <a:p>
            <a:r>
              <a:rPr lang="en-US" dirty="0"/>
              <a:t>Sample Footer Text</a:t>
            </a:r>
          </a:p>
        </p:txBody>
      </p:sp>
      <p:sp>
        <p:nvSpPr>
          <p:cNvPr id="7" name="Slide Number Placeholder 5">
            <a:extLst>
              <a:ext uri="{FF2B5EF4-FFF2-40B4-BE49-F238E27FC236}">
                <a16:creationId xmlns:a16="http://schemas.microsoft.com/office/drawing/2014/main" id="{C03AB52F-F281-1BB9-9D9F-9FC67E6B879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dirty="0"/>
          </a:p>
        </p:txBody>
      </p:sp>
    </p:spTree>
    <p:extLst>
      <p:ext uri="{BB962C8B-B14F-4D97-AF65-F5344CB8AC3E}">
        <p14:creationId xmlns:p14="http://schemas.microsoft.com/office/powerpoint/2010/main" val="20710414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dirty="0"/>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3/6/2026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6464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162317"/>
            <a:ext cx="2953618" cy="1892808"/>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3" name="Straight Connector 2">
            <a:extLst>
              <a:ext uri="{FF2B5EF4-FFF2-40B4-BE49-F238E27FC236}">
                <a16:creationId xmlns:a16="http://schemas.microsoft.com/office/drawing/2014/main" id="{2405500C-1C2B-4DBE-7BD5-6BEE65AA2531}"/>
              </a:ext>
              <a:ext uri="{C183D7F6-B498-43B3-948B-1728B52AA6E4}">
                <adec:decorative xmlns:adec="http://schemas.microsoft.com/office/drawing/2017/decorative" val="1"/>
              </a:ext>
            </a:extLst>
          </p:cNvPr>
          <p:cNvCxnSpPr>
            <a:cxnSpLocks/>
          </p:cNvCxnSpPr>
          <p:nvPr/>
        </p:nvCxnSpPr>
        <p:spPr>
          <a:xfrm flipH="1">
            <a:off x="0" y="3784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EFC0BAFC-A983-7661-7BE4-9CB4E1AAE80B}"/>
              </a:ext>
            </a:extLst>
          </p:cNvPr>
          <p:cNvSpPr>
            <a:spLocks noGrp="1"/>
          </p:cNvSpPr>
          <p:nvPr>
            <p:ph type="ftr" sz="quarter" idx="16"/>
          </p:nvPr>
        </p:nvSpPr>
        <p:spPr>
          <a:xfrm rot="16200000" flipH="1">
            <a:off x="-923978" y="5259333"/>
            <a:ext cx="2559157" cy="365125"/>
          </a:xfrm>
        </p:spPr>
        <p:txBody>
          <a:bodyPr/>
          <a:lstStyle/>
          <a:p>
            <a:r>
              <a:rPr lang="en-US" dirty="0"/>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40480" y="4162318"/>
            <a:ext cx="7589520" cy="2240280"/>
          </a:xfrm>
        </p:spPr>
        <p:txBody>
          <a:bodyPr>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273E16F8-613D-6FF2-3AAE-FB4255DC1EF7}"/>
              </a:ext>
            </a:extLst>
          </p:cNvPr>
          <p:cNvSpPr>
            <a:spLocks noGrp="1"/>
          </p:cNvSpPr>
          <p:nvPr>
            <p:ph type="dt" sz="half" idx="15"/>
          </p:nvPr>
        </p:nvSpPr>
        <p:spPr/>
        <p:txBody>
          <a:bodyPr/>
          <a:lstStyle/>
          <a:p>
            <a:fld id="{7FA43F5B-065E-43CE-B3FD-98C48A6F94D7}" type="datetime1">
              <a:rPr lang="en-US" smtClean="0"/>
              <a:t>3/6/2026</a:t>
            </a:fld>
            <a:endParaRPr lang="en-US" dirty="0"/>
          </a:p>
        </p:txBody>
      </p:sp>
      <p:sp>
        <p:nvSpPr>
          <p:cNvPr id="12" name="Slide Number Placeholder 11">
            <a:extLst>
              <a:ext uri="{FF2B5EF4-FFF2-40B4-BE49-F238E27FC236}">
                <a16:creationId xmlns:a16="http://schemas.microsoft.com/office/drawing/2014/main" id="{64EC89D4-F3C3-252D-E57A-D34A76D8BD1E}"/>
              </a:ext>
            </a:extLst>
          </p:cNvPr>
          <p:cNvSpPr>
            <a:spLocks noGrp="1"/>
          </p:cNvSpPr>
          <p:nvPr>
            <p:ph type="sldNum" sz="quarter" idx="17"/>
          </p:nvPr>
        </p:nvSpPr>
        <p:spPr>
          <a:xfrm>
            <a:off x="11512296" y="6356350"/>
            <a:ext cx="574620" cy="365125"/>
          </a:xfrm>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9697166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813647"/>
            <a:ext cx="2953618" cy="1892808"/>
          </a:xfrm>
        </p:spPr>
        <p:txBody>
          <a:bodyPr anchor="b" anchorCtr="0">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D1C5DDB1-0680-6692-8E8B-F9D50E915262}"/>
              </a:ext>
            </a:extLst>
          </p:cNvPr>
          <p:cNvSpPr>
            <a:spLocks noGrp="1"/>
          </p:cNvSpPr>
          <p:nvPr>
            <p:ph type="ftr" sz="quarter" idx="16"/>
          </p:nvPr>
        </p:nvSpPr>
        <p:spPr>
          <a:xfrm rot="16200000" flipH="1">
            <a:off x="-853249" y="1315045"/>
            <a:ext cx="2417698" cy="365125"/>
          </a:xfrm>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66175"/>
            <a:ext cx="7409228" cy="2240280"/>
          </a:xfrm>
        </p:spPr>
        <p:txBody>
          <a:bodyPr anchor="b" anchorCtr="0">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65DF332-3FBA-2C89-59F5-FA1778C4985A}"/>
              </a:ext>
            </a:extLst>
          </p:cNvPr>
          <p:cNvSpPr>
            <a:spLocks noGrp="1"/>
          </p:cNvSpPr>
          <p:nvPr>
            <p:ph type="dt" sz="half" idx="15"/>
          </p:nvPr>
        </p:nvSpPr>
        <p:spPr>
          <a:xfrm rot="5400000">
            <a:off x="10902234" y="1160706"/>
            <a:ext cx="1754184" cy="365125"/>
          </a:xfrm>
        </p:spPr>
        <p:txBody>
          <a:bodyPr/>
          <a:lstStyle>
            <a:lvl1pPr>
              <a:defRPr>
                <a:solidFill>
                  <a:schemeClr val="tx1"/>
                </a:solidFill>
              </a:defRPr>
            </a:lvl1pPr>
          </a:lstStyle>
          <a:p>
            <a:fld id="{7FA43F5B-065E-43CE-B3FD-98C48A6F94D7}" type="datetime1">
              <a:rPr lang="en-US" smtClean="0"/>
              <a:pPr/>
              <a:t>3/6/2026</a:t>
            </a:fld>
            <a:endParaRPr lang="en-US" dirty="0"/>
          </a:p>
        </p:txBody>
      </p:sp>
      <p:sp>
        <p:nvSpPr>
          <p:cNvPr id="9" name="Slide Number Placeholder 8">
            <a:extLst>
              <a:ext uri="{FF2B5EF4-FFF2-40B4-BE49-F238E27FC236}">
                <a16:creationId xmlns:a16="http://schemas.microsoft.com/office/drawing/2014/main" id="{BB9E9CA5-FE3A-8B3B-FD85-EEC977EA262E}"/>
              </a:ext>
            </a:extLst>
          </p:cNvPr>
          <p:cNvSpPr>
            <a:spLocks noGrp="1"/>
          </p:cNvSpPr>
          <p:nvPr>
            <p:ph type="sldNum" sz="quarter" idx="17"/>
          </p:nvPr>
        </p:nvSpPr>
        <p:spPr>
          <a:xfrm>
            <a:off x="11512296" y="2353708"/>
            <a:ext cx="574620" cy="365125"/>
          </a:xfrm>
        </p:spPr>
        <p:txBody>
          <a:bodyPr/>
          <a:lstStyle>
            <a:lvl1pPr>
              <a:defRPr>
                <a:solidFill>
                  <a:schemeClr val="tx1"/>
                </a:solidFill>
              </a:defRPr>
            </a:lvl1pPr>
          </a:lstStyle>
          <a:p>
            <a:fld id="{2DE90F28-AFBB-4AB2-AA79-6D3F72ED131B}"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cxnSp>
        <p:nvCxnSpPr>
          <p:cNvPr id="5" name="Straight Connector 4">
            <a:extLst>
              <a:ext uri="{FF2B5EF4-FFF2-40B4-BE49-F238E27FC236}">
                <a16:creationId xmlns:a16="http://schemas.microsoft.com/office/drawing/2014/main" id="{98916A20-C6D4-6297-2A89-F60B0B6DAF9A}"/>
              </a:ext>
              <a:ext uri="{C183D7F6-B498-43B3-948B-1728B52AA6E4}">
                <adec:decorative xmlns:adec="http://schemas.microsoft.com/office/drawing/2017/decorative" val="1"/>
              </a:ext>
            </a:extLst>
          </p:cNvPr>
          <p:cNvCxnSpPr>
            <a:cxnSpLocks/>
          </p:cNvCxnSpPr>
          <p:nvPr userDrawn="1"/>
        </p:nvCxnSpPr>
        <p:spPr>
          <a:xfrm flipH="1">
            <a:off x="0" y="3071719"/>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778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5577840"/>
            <a:ext cx="10972802" cy="970463"/>
          </a:xfrm>
        </p:spPr>
        <p:txBody>
          <a:bodyPr anchor="t" anchorCtr="0"/>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0" name="Picture Placeholder 9">
            <a:extLst>
              <a:ext uri="{FF2B5EF4-FFF2-40B4-BE49-F238E27FC236}">
                <a16:creationId xmlns:a16="http://schemas.microsoft.com/office/drawing/2014/main" id="{F715F3DA-3DCE-67E6-E94C-48C96A36C98B}"/>
              </a:ext>
            </a:extLst>
          </p:cNvPr>
          <p:cNvSpPr>
            <a:spLocks noGrp="1"/>
          </p:cNvSpPr>
          <p:nvPr>
            <p:ph type="pic" sz="quarter" idx="13" hasCustomPrompt="1"/>
          </p:nvPr>
        </p:nvSpPr>
        <p:spPr>
          <a:xfrm>
            <a:off x="640080" y="365760"/>
            <a:ext cx="5898743" cy="4425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950303" y="365760"/>
            <a:ext cx="4571137" cy="4428871"/>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766791B-F730-470C-BD5E-FFF8D449589F}" type="datetime1">
              <a:rPr lang="en-US" smtClean="0"/>
              <a:pPr/>
              <a:t>3/6/2026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5EDA098-8E4B-3EB1-646C-4227A3202019}"/>
              </a:ext>
              <a:ext uri="{C183D7F6-B498-43B3-948B-1728B52AA6E4}">
                <adec:decorative xmlns:adec="http://schemas.microsoft.com/office/drawing/2017/decorative" val="1"/>
              </a:ext>
            </a:extLst>
          </p:cNvPr>
          <p:cNvCxnSpPr>
            <a:cxnSpLocks/>
          </p:cNvCxnSpPr>
          <p:nvPr userDrawn="1"/>
        </p:nvCxnSpPr>
        <p:spPr>
          <a:xfrm flipH="1">
            <a:off x="0" y="521208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26841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3/6/2026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userDrawn="1"/>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1308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8B008C-A5E8-826A-5F68-E2A4C542B6F6}"/>
              </a:ext>
            </a:extLst>
          </p:cNvPr>
          <p:cNvSpPr>
            <a:spLocks noGrp="1"/>
          </p:cNvSpPr>
          <p:nvPr>
            <p:ph type="title"/>
          </p:nvPr>
        </p:nvSpPr>
        <p:spPr>
          <a:xfrm>
            <a:off x="731520" y="320040"/>
            <a:ext cx="10780776" cy="932688"/>
          </a:xfrm>
        </p:spPr>
        <p:txBody>
          <a:bodyPr anchor="b"/>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1816163"/>
            <a:ext cx="3920691" cy="4540188"/>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9516" y="1812758"/>
            <a:ext cx="6349381" cy="45401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3/6/2026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468762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dirty="0"/>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3/6/2026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dirty="0"/>
              <a:t> </a:t>
            </a:r>
          </a:p>
        </p:txBody>
      </p:sp>
    </p:spTree>
    <p:extLst>
      <p:ext uri="{BB962C8B-B14F-4D97-AF65-F5344CB8AC3E}">
        <p14:creationId xmlns:p14="http://schemas.microsoft.com/office/powerpoint/2010/main" val="24149277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864236" cy="932688"/>
          </a:xfrm>
        </p:spPr>
        <p:txBody>
          <a:bodyPr anchor="b"/>
          <a:lstStyle/>
          <a:p>
            <a:r>
              <a:rPr lang="en-US"/>
              <a:t>Click to edit Master title style</a:t>
            </a:r>
          </a:p>
        </p:txBody>
      </p:sp>
      <p:sp>
        <p:nvSpPr>
          <p:cNvPr id="5" name="Footer Placeholder 3">
            <a:extLst>
              <a:ext uri="{FF2B5EF4-FFF2-40B4-BE49-F238E27FC236}">
                <a16:creationId xmlns:a16="http://schemas.microsoft.com/office/drawing/2014/main" id="{E4C77EC0-4873-6982-138B-77EBB60FCE21}"/>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2148" y="1676967"/>
            <a:ext cx="430420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9EA9F84E-FFD2-9D14-4000-EB54F5065147}"/>
              </a:ext>
            </a:extLst>
          </p:cNvPr>
          <p:cNvSpPr>
            <a:spLocks noGrp="1"/>
          </p:cNvSpPr>
          <p:nvPr>
            <p:ph type="pic" sz="quarter" idx="18" hasCustomPrompt="1"/>
          </p:nvPr>
        </p:nvSpPr>
        <p:spPr>
          <a:xfrm>
            <a:off x="5483476" y="1694325"/>
            <a:ext cx="5990360" cy="4207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3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marL="0" indent="0">
              <a:buFont typeface="Arial" panose="020B0604020202020204" pitchFamily="34" charset="0"/>
              <a:buNone/>
              <a:defRPr>
                <a:solidFill>
                  <a:schemeClr val="tx1"/>
                </a:solidFill>
              </a:defRPr>
            </a:lvl1pPr>
          </a:lstStyle>
          <a:p>
            <a:r>
              <a:rPr lang="en-US" dirty="0"/>
              <a:t> </a:t>
            </a:r>
          </a:p>
        </p:txBody>
      </p:sp>
      <p:sp>
        <p:nvSpPr>
          <p:cNvPr id="7" name="Date Placeholder 2">
            <a:extLst>
              <a:ext uri="{FF2B5EF4-FFF2-40B4-BE49-F238E27FC236}">
                <a16:creationId xmlns:a16="http://schemas.microsoft.com/office/drawing/2014/main" id="{B1DEFE62-48FB-6384-52E6-28C55B7237A0}"/>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3/6/2026</a:t>
            </a:fld>
            <a:endParaRPr lang="en-US"/>
          </a:p>
        </p:txBody>
      </p:sp>
      <p:sp>
        <p:nvSpPr>
          <p:cNvPr id="11" name="Slide Number Placeholder 8">
            <a:extLst>
              <a:ext uri="{FF2B5EF4-FFF2-40B4-BE49-F238E27FC236}">
                <a16:creationId xmlns:a16="http://schemas.microsoft.com/office/drawing/2014/main" id="{70C3045B-A291-FDD5-BEE7-EB765F9DE6BB}"/>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676624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3/6/2026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452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07161BC5-1283-62A1-6BD4-C13D49861D6F}"/>
              </a:ext>
            </a:extLst>
          </p:cNvPr>
          <p:cNvSpPr>
            <a:spLocks noGrp="1"/>
          </p:cNvSpPr>
          <p:nvPr>
            <p:ph type="title"/>
          </p:nvPr>
        </p:nvSpPr>
        <p:spPr>
          <a:xfrm>
            <a:off x="2333244" y="4846320"/>
            <a:ext cx="7525512" cy="1545336"/>
          </a:xfrm>
        </p:spPr>
        <p:txBody>
          <a:bodyPr anchor="t">
            <a:normAutofit/>
          </a:bodyPr>
          <a:lstStyle>
            <a:lvl1pPr algn="ct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8">
            <a:extLst>
              <a:ext uri="{FF2B5EF4-FFF2-40B4-BE49-F238E27FC236}">
                <a16:creationId xmlns:a16="http://schemas.microsoft.com/office/drawing/2014/main" id="{6217EA84-48D2-BF27-881E-1EED3BB2FA90}"/>
              </a:ext>
            </a:extLst>
          </p:cNvPr>
          <p:cNvSpPr>
            <a:spLocks noGrp="1"/>
          </p:cNvSpPr>
          <p:nvPr>
            <p:ph sz="quarter" idx="13" hasCustomPrompt="1"/>
          </p:nvPr>
        </p:nvSpPr>
        <p:spPr>
          <a:xfrm>
            <a:off x="824484" y="549021"/>
            <a:ext cx="10543032" cy="4205859"/>
          </a:xfrm>
        </p:spPr>
        <p:txBody>
          <a:bodyPr anchor="b">
            <a:normAutofit/>
          </a:bodyPr>
          <a:lstStyle>
            <a:lvl1pPr algn="ctr">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7A7CDD-9512-40CC-9351-FC0DE186CFBD}" type="datetime1">
              <a:rPr lang="en-US" smtClean="0"/>
              <a:pPr/>
              <a:t>3/6/2026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38583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7792842B-25D6-4A1E-C1C2-AEE71B415CE0}"/>
              </a:ext>
            </a:extLst>
          </p:cNvPr>
          <p:cNvSpPr>
            <a:spLocks noGrp="1"/>
          </p:cNvSpPr>
          <p:nvPr>
            <p:ph type="title"/>
          </p:nvPr>
        </p:nvSpPr>
        <p:spPr>
          <a:xfrm>
            <a:off x="7223760" y="1371600"/>
            <a:ext cx="4114800" cy="4114800"/>
          </a:xfrm>
        </p:spPr>
        <p:txBody>
          <a:bodyPr anchor="ctr">
            <a:normAutofit/>
          </a:bodyPr>
          <a:lstStyle>
            <a:lvl1pPr>
              <a:lnSpc>
                <a:spcPct val="110000"/>
              </a:lnSpc>
              <a:spcBef>
                <a:spcPts val="1000"/>
              </a:spcBef>
              <a:defRPr sz="2800" cap="none" baseline="0">
                <a:latin typeface="+mn-lt"/>
              </a:defRPr>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8">
            <a:extLst>
              <a:ext uri="{FF2B5EF4-FFF2-40B4-BE49-F238E27FC236}">
                <a16:creationId xmlns:a16="http://schemas.microsoft.com/office/drawing/2014/main" id="{12DBA1DA-C8D5-2565-57BF-FEDE64BF7000}"/>
              </a:ext>
            </a:extLst>
          </p:cNvPr>
          <p:cNvSpPr>
            <a:spLocks noGrp="1"/>
          </p:cNvSpPr>
          <p:nvPr>
            <p:ph sz="quarter" idx="13" hasCustomPrompt="1"/>
          </p:nvPr>
        </p:nvSpPr>
        <p:spPr>
          <a:xfrm>
            <a:off x="914400" y="353237"/>
            <a:ext cx="5937337" cy="6368237"/>
          </a:xfrm>
        </p:spPr>
        <p:txBody>
          <a:bodyPr anchor="ctr">
            <a:normAutofit/>
          </a:bodyPr>
          <a:lstStyle>
            <a:lvl1pPr>
              <a:lnSpc>
                <a:spcPct val="90000"/>
              </a:lnSpc>
              <a:spcBef>
                <a:spcPts val="0"/>
              </a:spcBef>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pPr/>
              <a:t>3/6/2026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876080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E9039192-694E-62AB-FB7F-F6E803456FEC}"/>
              </a:ext>
            </a:extLst>
          </p:cNvPr>
          <p:cNvSpPr>
            <a:spLocks noGrp="1"/>
          </p:cNvSpPr>
          <p:nvPr>
            <p:ph type="title"/>
          </p:nvPr>
        </p:nvSpPr>
        <p:spPr>
          <a:xfrm>
            <a:off x="2333244" y="5687755"/>
            <a:ext cx="7525512" cy="603317"/>
          </a:xfrm>
        </p:spPr>
        <p:txBody>
          <a:bodyPr anchor="t">
            <a:normAutofit/>
          </a:bodyPr>
          <a:lstStyle>
            <a:lvl1pPr algn="ctr">
              <a:lnSpc>
                <a:spcPct val="110000"/>
              </a:lnSpc>
              <a:spcBef>
                <a:spcPts val="1000"/>
              </a:spcBef>
              <a:defRPr sz="20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Content Placeholder 8">
            <a:extLst>
              <a:ext uri="{FF2B5EF4-FFF2-40B4-BE49-F238E27FC236}">
                <a16:creationId xmlns:a16="http://schemas.microsoft.com/office/drawing/2014/main" id="{669733E3-85D7-9D43-FABD-E3A6C144668D}"/>
              </a:ext>
            </a:extLst>
          </p:cNvPr>
          <p:cNvSpPr>
            <a:spLocks noGrp="1"/>
          </p:cNvSpPr>
          <p:nvPr>
            <p:ph sz="quarter" idx="13" hasCustomPrompt="1"/>
          </p:nvPr>
        </p:nvSpPr>
        <p:spPr>
          <a:xfrm>
            <a:off x="1935038" y="2390272"/>
            <a:ext cx="8321926" cy="3449054"/>
          </a:xfrm>
        </p:spPr>
        <p:txBody>
          <a:bodyPr anchor="b">
            <a:normAutofit/>
          </a:bodyPr>
          <a:lstStyle>
            <a:lvl1pPr algn="ctr">
              <a:defRPr sz="23200">
                <a:latin typeface="+mj-lt"/>
              </a:defRPr>
            </a:lvl1pPr>
          </a:lstStyle>
          <a:p>
            <a:pPr lvl="0"/>
            <a:r>
              <a:rPr lang="en-US" dirty="0"/>
              <a: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3/6/2026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Freeform: Shape 15">
            <a:extLst>
              <a:ext uri="{FF2B5EF4-FFF2-40B4-BE49-F238E27FC236}">
                <a16:creationId xmlns:a16="http://schemas.microsoft.com/office/drawing/2014/main" id="{CD72DDC7-047B-67C7-5CC9-82D9E661F5C0}"/>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Tree>
    <p:extLst>
      <p:ext uri="{BB962C8B-B14F-4D97-AF65-F5344CB8AC3E}">
        <p14:creationId xmlns:p14="http://schemas.microsoft.com/office/powerpoint/2010/main" val="38500377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3/6/2026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Tree>
    <p:extLst>
      <p:ext uri="{BB962C8B-B14F-4D97-AF65-F5344CB8AC3E}">
        <p14:creationId xmlns:p14="http://schemas.microsoft.com/office/powerpoint/2010/main" val="18730317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14400" y="2194560"/>
            <a:ext cx="8266176" cy="4142232"/>
          </a:xfrm>
        </p:spPr>
        <p:txBody>
          <a:bodyPr anchor="t" anchorCtr="0">
            <a:noAutofit/>
          </a:bodyPr>
          <a:lstStyle>
            <a:lvl1pPr marL="0" indent="0">
              <a:lnSpc>
                <a:spcPct val="100000"/>
              </a:lnSpc>
              <a:buNone/>
              <a:defRPr sz="4400" b="0" cap="all" baseline="0">
                <a:solidFill>
                  <a:schemeClr val="tx1"/>
                </a:solidFill>
              </a:defRPr>
            </a:lvl1pPr>
            <a:lvl2pPr marL="228600" indent="0">
              <a:lnSpc>
                <a:spcPct val="100000"/>
              </a:lnSpc>
              <a:buNone/>
              <a:defRPr sz="4000" b="0" cap="all" baseline="0">
                <a:solidFill>
                  <a:schemeClr val="tx1"/>
                </a:solidFill>
              </a:defRPr>
            </a:lvl2pPr>
            <a:lvl3pPr marL="457200" indent="0">
              <a:lnSpc>
                <a:spcPct val="100000"/>
              </a:lnSpc>
              <a:buNone/>
              <a:defRPr sz="3600" b="0" cap="all" baseline="0">
                <a:solidFill>
                  <a:schemeClr val="tx1"/>
                </a:solidFill>
              </a:defRPr>
            </a:lvl3pPr>
            <a:lvl4pPr marL="685800" indent="0">
              <a:lnSpc>
                <a:spcPct val="100000"/>
              </a:lnSpc>
              <a:buNone/>
              <a:defRPr sz="3200" b="0" cap="all" baseline="0">
                <a:solidFill>
                  <a:schemeClr val="tx1"/>
                </a:solidFill>
              </a:defRPr>
            </a:lvl4pPr>
            <a:lvl5pPr marL="914400" indent="0">
              <a:lnSpc>
                <a:spcPct val="100000"/>
              </a:lnSpc>
              <a:buNone/>
              <a:defRPr sz="28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01B1322-4C31-4D1F-88B1-5F79F56892AE}" type="datetime1">
              <a:rPr lang="en-US" smtClean="0"/>
              <a:pPr/>
              <a:t>3/6/2026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281256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399"/>
            <a:ext cx="8266176" cy="5308603"/>
          </a:xfrm>
        </p:spPr>
        <p:txBody>
          <a:bodyPr anchor="b">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3/6/2026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3863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400"/>
            <a:ext cx="8266176" cy="5029200"/>
          </a:xfrm>
        </p:spPr>
        <p:txBody>
          <a:bodyPr anchor="ctr">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3/6/2026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823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dirty="0"/>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userDrawn="1"/>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3/6/2026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069209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Quote 2">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3008E7D-CE80-FED6-37C3-0C80349764CF}"/>
              </a:ext>
            </a:extLst>
          </p:cNvPr>
          <p:cNvSpPr>
            <a:spLocks noGrp="1"/>
          </p:cNvSpPr>
          <p:nvPr>
            <p:ph type="title" hasCustomPrompt="1"/>
          </p:nvPr>
        </p:nvSpPr>
        <p:spPr>
          <a:xfrm>
            <a:off x="2057386" y="5349240"/>
            <a:ext cx="9052559" cy="466344"/>
          </a:xfrm>
        </p:spPr>
        <p:txBody>
          <a:bodyPr anchor="ctr">
            <a:normAutofit/>
          </a:bodyPr>
          <a:lstStyle>
            <a:lvl1pPr>
              <a:defRPr sz="180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solidFill>
                  <a:schemeClr val="tx1"/>
                </a:solidFill>
              </a:defRPr>
            </a:lvl1pPr>
          </a:lstStyle>
          <a:p>
            <a:r>
              <a:rPr lang="en-US"/>
              <a:t>Sample Footer Text</a:t>
            </a:r>
            <a:endParaRPr lang="en-US" dirty="0"/>
          </a:p>
        </p:txBody>
      </p:sp>
      <p:sp>
        <p:nvSpPr>
          <p:cNvPr id="10" name="Content Placeholder 12">
            <a:extLst>
              <a:ext uri="{FF2B5EF4-FFF2-40B4-BE49-F238E27FC236}">
                <a16:creationId xmlns:a16="http://schemas.microsoft.com/office/drawing/2014/main" id="{4858928B-5A9F-47D7-A728-92043F9C616D}"/>
              </a:ext>
            </a:extLst>
          </p:cNvPr>
          <p:cNvSpPr>
            <a:spLocks noGrp="1"/>
          </p:cNvSpPr>
          <p:nvPr>
            <p:ph sz="quarter" idx="15" hasCustomPrompt="1"/>
          </p:nvPr>
        </p:nvSpPr>
        <p:spPr>
          <a:xfrm>
            <a:off x="2057387" y="1344168"/>
            <a:ext cx="9052559" cy="3291840"/>
          </a:xfrm>
        </p:spPr>
        <p:txBody>
          <a:bodyPr anchor="ctr">
            <a:normAutofit/>
          </a:bodyPr>
          <a:lstStyle>
            <a:lvl1pPr>
              <a:lnSpc>
                <a:spcPct val="100000"/>
              </a:lnSpc>
              <a:spcBef>
                <a:spcPts val="0"/>
              </a:spcBef>
              <a:defRPr sz="5400" cap="all" baseline="0"/>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solidFill>
                  <a:schemeClr val="tx1"/>
                </a:solidFill>
              </a:defRPr>
            </a:lvl1pPr>
          </a:lstStyle>
          <a:p>
            <a:fld id="{29247CA6-BC1D-429A-A289-4E939E49554A}" type="datetime1">
              <a:rPr lang="en-US" smtClean="0"/>
              <a:pPr/>
              <a:t>3/6/2026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3610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9CADAEB-D17D-F975-9A7E-9ECADE7C15A6}"/>
              </a:ext>
            </a:extLst>
          </p:cNvPr>
          <p:cNvSpPr>
            <a:spLocks noGrp="1"/>
          </p:cNvSpPr>
          <p:nvPr>
            <p:ph type="title" hasCustomPrompt="1"/>
          </p:nvPr>
        </p:nvSpPr>
        <p:spPr>
          <a:xfrm>
            <a:off x="914398" y="5529263"/>
            <a:ext cx="8961121" cy="977900"/>
          </a:xfrm>
        </p:spPr>
        <p:txBody>
          <a:bodyPr anchor="ctr">
            <a:normAutofit/>
          </a:bodyPr>
          <a:lstStyle>
            <a:lvl1pPr>
              <a:defRPr sz="180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lvl1pPr>
          </a:lstStyle>
          <a:p>
            <a:r>
              <a:rPr lang="en-US"/>
              <a:t>Sample Footer Text</a:t>
            </a:r>
            <a:endParaRPr lang="en-US" dirty="0"/>
          </a:p>
        </p:txBody>
      </p:sp>
      <p:sp>
        <p:nvSpPr>
          <p:cNvPr id="13" name="Content Placeholder 12">
            <a:extLst>
              <a:ext uri="{FF2B5EF4-FFF2-40B4-BE49-F238E27FC236}">
                <a16:creationId xmlns:a16="http://schemas.microsoft.com/office/drawing/2014/main" id="{E77C66A4-AAA2-6143-2AAE-5C8823111D3A}"/>
              </a:ext>
            </a:extLst>
          </p:cNvPr>
          <p:cNvSpPr>
            <a:spLocks noGrp="1"/>
          </p:cNvSpPr>
          <p:nvPr>
            <p:ph sz="quarter" idx="15" hasCustomPrompt="1"/>
          </p:nvPr>
        </p:nvSpPr>
        <p:spPr>
          <a:xfrm>
            <a:off x="914400" y="1005839"/>
            <a:ext cx="8961438" cy="3751899"/>
          </a:xfrm>
        </p:spPr>
        <p:txBody>
          <a:bodyPr>
            <a:normAutofit/>
          </a:bodyPr>
          <a:lstStyle>
            <a:lvl1pPr>
              <a:lnSpc>
                <a:spcPct val="100000"/>
              </a:lnSpc>
              <a:spcBef>
                <a:spcPts val="0"/>
              </a:spcBef>
              <a:defRPr sz="6000" cap="all" baseline="0"/>
            </a:lvl1pPr>
          </a:lstStyle>
          <a:p>
            <a:pPr lvl="0"/>
            <a:r>
              <a:rPr lang="en-US" dirty="0"/>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lvl1pPr>
          </a:lstStyle>
          <a:p>
            <a:fld id="{DF8418BD-2BA9-41CB-AB89-625779A7563D}" type="datetime1">
              <a:rPr lang="en-US" smtClean="0"/>
              <a:pPr/>
              <a:t>3/6/2026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05852FC1-DF85-9E04-E064-E263DDD72C88}"/>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8895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3/6/2026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485909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3/6/2026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869193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3/6/2026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616618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3/6/2026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20420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3200" baseline="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595634" cy="3993263"/>
          </a:xfrm>
        </p:spPr>
        <p:txBody>
          <a:bodyPr anchor="t">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46320" y="553615"/>
            <a:ext cx="6440258" cy="575510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12DB3EA1-DD0C-4B8D-8364-52024B4530F1}" type="datetime1">
              <a:rPr lang="en-US" smtClean="0"/>
              <a:pPr/>
              <a:t>3/6/2026</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3A126498-5D70-71A2-A52F-877C850B34BC}"/>
              </a:ext>
              <a:ext uri="{C183D7F6-B498-43B3-948B-1728B52AA6E4}">
                <adec:decorative xmlns:adec="http://schemas.microsoft.com/office/drawing/2017/decorative" val="1"/>
              </a:ext>
            </a:extLst>
          </p:cNvPr>
          <p:cNvCxnSpPr>
            <a:cxnSpLocks/>
          </p:cNvCxnSpPr>
          <p:nvPr/>
        </p:nvCxnSpPr>
        <p:spPr>
          <a:xfrm>
            <a:off x="457586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81745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75F4D28-38E0-121F-D54D-1FCE2D6321C8}"/>
              </a:ext>
            </a:extLst>
          </p:cNvPr>
          <p:cNvSpPr>
            <a:spLocks noGrp="1"/>
          </p:cNvSpPr>
          <p:nvPr>
            <p:ph type="title"/>
          </p:nvPr>
        </p:nvSpPr>
        <p:spPr>
          <a:xfrm>
            <a:off x="731520" y="553616"/>
            <a:ext cx="3595634" cy="2250544"/>
          </a:xfrm>
        </p:spPr>
        <p:txBody>
          <a:bodyPr anchor="t">
            <a:normAutofit/>
          </a:bodyPr>
          <a:lstStyle>
            <a:lvl1pPr>
              <a:defRPr sz="3200" baseline="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Text Placeholder 3">
            <a:extLst>
              <a:ext uri="{FF2B5EF4-FFF2-40B4-BE49-F238E27FC236}">
                <a16:creationId xmlns:a16="http://schemas.microsoft.com/office/drawing/2014/main" id="{23EFCC9B-CBB5-5DB3-0C1A-D7607EED4E32}"/>
              </a:ext>
            </a:extLst>
          </p:cNvPr>
          <p:cNvSpPr>
            <a:spLocks noGrp="1"/>
          </p:cNvSpPr>
          <p:nvPr>
            <p:ph type="body" sz="half" idx="14"/>
          </p:nvPr>
        </p:nvSpPr>
        <p:spPr>
          <a:xfrm>
            <a:off x="731520" y="2931865"/>
            <a:ext cx="3595634" cy="3372519"/>
          </a:xfrm>
        </p:spPr>
        <p:txBody>
          <a:bodyPr anchor="b">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Picture Placeholder 9">
            <a:extLst>
              <a:ext uri="{FF2B5EF4-FFF2-40B4-BE49-F238E27FC236}">
                <a16:creationId xmlns:a16="http://schemas.microsoft.com/office/drawing/2014/main" id="{71602F00-69F8-D44C-0F84-384694CA224A}"/>
              </a:ext>
            </a:extLst>
          </p:cNvPr>
          <p:cNvSpPr>
            <a:spLocks noGrp="1"/>
          </p:cNvSpPr>
          <p:nvPr>
            <p:ph type="pic" sz="quarter" idx="13" hasCustomPrompt="1"/>
          </p:nvPr>
        </p:nvSpPr>
        <p:spPr>
          <a:xfrm>
            <a:off x="5091497" y="598627"/>
            <a:ext cx="6304337" cy="5775923"/>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3D157344-9CC7-412D-8C20-072BE86D5A11}" type="datetime1">
              <a:rPr lang="en-US" smtClean="0"/>
              <a:pPr/>
              <a:t>3/6/2026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6886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dirty="0"/>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3/6/2026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5786697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3/6/2026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334734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dirty="0"/>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3/6/2026</a:t>
            </a:fld>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a:t>
            </a:fld>
            <a:endParaRPr 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383068"/>
      </p:ext>
    </p:extLst>
  </p:cSld>
  <p:clrMap bg1="lt1" tx1="dk1" bg2="lt2" tx2="dk2" accent1="accent1" accent2="accent2" accent3="accent3" accent4="accent4" accent5="accent5" accent6="accent6" hlink="hlink" folHlink="folHlink"/>
  <p:sldLayoutIdLst>
    <p:sldLayoutId id="2147483764" r:id="rId1"/>
    <p:sldLayoutId id="2147483767" r:id="rId2"/>
    <p:sldLayoutId id="2147483762" r:id="rId3"/>
    <p:sldLayoutId id="2147483945" r:id="rId4"/>
    <p:sldLayoutId id="2147483936" r:id="rId5"/>
    <p:sldLayoutId id="2147483759" r:id="rId6"/>
    <p:sldLayoutId id="2147483760" r:id="rId7"/>
    <p:sldLayoutId id="2147483761" r:id="rId8"/>
    <p:sldLayoutId id="2147483765" r:id="rId9"/>
    <p:sldLayoutId id="2147483770" r:id="rId10"/>
    <p:sldLayoutId id="2147483953" r:id="rId11"/>
    <p:sldLayoutId id="2147483948" r:id="rId12"/>
    <p:sldLayoutId id="2147483954" r:id="rId13"/>
    <p:sldLayoutId id="2147483769" r:id="rId14"/>
    <p:sldLayoutId id="2147483944" r:id="rId15"/>
    <p:sldLayoutId id="2147483771" r:id="rId16"/>
    <p:sldLayoutId id="2147483772" r:id="rId17"/>
    <p:sldLayoutId id="2147483774" r:id="rId18"/>
    <p:sldLayoutId id="2147483949" r:id="rId19"/>
    <p:sldLayoutId id="2147483950" r:id="rId20"/>
    <p:sldLayoutId id="2147483775" r:id="rId21"/>
    <p:sldLayoutId id="2147483776" r:id="rId22"/>
    <p:sldLayoutId id="2147483777" r:id="rId23"/>
    <p:sldLayoutId id="2147483778" r:id="rId24"/>
    <p:sldLayoutId id="2147483779" r:id="rId25"/>
    <p:sldLayoutId id="2147483780" r:id="rId26"/>
    <p:sldLayoutId id="2147483782" r:id="rId27"/>
    <p:sldLayoutId id="2147483783" r:id="rId28"/>
    <p:sldLayoutId id="2147483784" r:id="rId29"/>
    <p:sldLayoutId id="2147483786" r:id="rId30"/>
    <p:sldLayoutId id="2147483787" r:id="rId31"/>
    <p:sldLayoutId id="2147483788" r:id="rId32"/>
    <p:sldLayoutId id="2147483789" r:id="rId33"/>
    <p:sldLayoutId id="2147483791" r:id="rId34"/>
    <p:sldLayoutId id="2147483947" r:id="rId35"/>
    <p:sldLayoutId id="2147483951" r:id="rId36"/>
    <p:sldLayoutId id="2147483952" r:id="rId37"/>
    <p:sldLayoutId id="2147483792" r:id="rId38"/>
    <p:sldLayoutId id="2147483793" r:id="rId39"/>
    <p:sldLayoutId id="2147483794" r:id="rId40"/>
    <p:sldLayoutId id="2147483941" r:id="rId41"/>
    <p:sldLayoutId id="2147483795" r:id="rId42"/>
    <p:sldLayoutId id="2147483796" r:id="rId43"/>
    <p:sldLayoutId id="2147483942" r:id="rId44"/>
    <p:sldLayoutId id="2147483943" r:id="rId45"/>
    <p:sldLayoutId id="2147483798" r:id="rId46"/>
    <p:sldLayoutId id="2147483799" r:id="rId47"/>
    <p:sldLayoutId id="2147483800" r:id="rId48"/>
    <p:sldLayoutId id="2147483801" r:id="rId49"/>
    <p:sldLayoutId id="2147483802" r:id="rId50"/>
    <p:sldLayoutId id="2147483803" r:id="rId51"/>
    <p:sldLayoutId id="2147483804" r:id="rId52"/>
    <p:sldLayoutId id="2147483805" r:id="rId53"/>
    <p:sldLayoutId id="2147483806" r:id="rId54"/>
    <p:sldLayoutId id="2147483807" r:id="rId55"/>
    <p:sldLayoutId id="2147483934" r:id="rId56"/>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392E1-DE42-5253-F82C-B442B1217532}"/>
              </a:ext>
            </a:extLst>
          </p:cNvPr>
          <p:cNvSpPr>
            <a:spLocks noGrp="1"/>
          </p:cNvSpPr>
          <p:nvPr>
            <p:ph type="ctrTitle"/>
          </p:nvPr>
        </p:nvSpPr>
        <p:spPr>
          <a:xfrm>
            <a:off x="609600" y="5218032"/>
            <a:ext cx="10972800" cy="786384"/>
          </a:xfrm>
        </p:spPr>
        <p:txBody>
          <a:bodyPr anchor="b">
            <a:normAutofit/>
          </a:bodyPr>
          <a:lstStyle/>
          <a:p>
            <a:r>
              <a:rPr lang="en-US" sz="3700"/>
              <a:t>OneFS SyncIQ Benefits and Applications</a:t>
            </a:r>
          </a:p>
        </p:txBody>
      </p:sp>
      <p:sp>
        <p:nvSpPr>
          <p:cNvPr id="3" name="Subtitle 2">
            <a:extLst>
              <a:ext uri="{FF2B5EF4-FFF2-40B4-BE49-F238E27FC236}">
                <a16:creationId xmlns:a16="http://schemas.microsoft.com/office/drawing/2014/main" id="{9330F182-4FEB-B08E-9D47-754139C19417}"/>
              </a:ext>
            </a:extLst>
          </p:cNvPr>
          <p:cNvSpPr>
            <a:spLocks noGrp="1"/>
          </p:cNvSpPr>
          <p:nvPr>
            <p:ph type="subTitle" idx="1"/>
          </p:nvPr>
        </p:nvSpPr>
        <p:spPr>
          <a:xfrm>
            <a:off x="609600" y="5972629"/>
            <a:ext cx="10972800" cy="480373"/>
          </a:xfrm>
        </p:spPr>
        <p:txBody>
          <a:bodyPr anchor="t">
            <a:normAutofit/>
          </a:bodyPr>
          <a:lstStyle/>
          <a:p>
            <a:r>
              <a:rPr lang="en-US"/>
              <a:t>Enhancing data replication and disaster recovery solutions</a:t>
            </a:r>
          </a:p>
        </p:txBody>
      </p:sp>
      <p:pic>
        <p:nvPicPr>
          <p:cNvPr id="7" name="Picture 6" descr="A network concept">
            <a:extLst>
              <a:ext uri="{FF2B5EF4-FFF2-40B4-BE49-F238E27FC236}">
                <a16:creationId xmlns:a16="http://schemas.microsoft.com/office/drawing/2014/main" id="{29B570DC-828B-4BBA-A69C-C3E2C07A68A9}"/>
              </a:ext>
            </a:extLst>
          </p:cNvPr>
          <p:cNvPicPr>
            <a:picLocks noChangeAspect="1"/>
          </p:cNvPicPr>
          <p:nvPr/>
        </p:nvPicPr>
        <p:blipFill>
          <a:blip r:embed="rId3"/>
          <a:srcRect t="39442" b="4145"/>
          <a:stretch>
            <a:fillRect/>
          </a:stretch>
        </p:blipFill>
        <p:spPr>
          <a:xfrm>
            <a:off x="20" y="10"/>
            <a:ext cx="12191979" cy="4986415"/>
          </a:xfrm>
          <a:prstGeom prst="rect">
            <a:avLst/>
          </a:prstGeom>
        </p:spPr>
      </p:pic>
      <p:sp>
        <p:nvSpPr>
          <p:cNvPr id="4" name="Footer Placeholder 3">
            <a:extLst>
              <a:ext uri="{FF2B5EF4-FFF2-40B4-BE49-F238E27FC236}">
                <a16:creationId xmlns:a16="http://schemas.microsoft.com/office/drawing/2014/main" id="{DC614FBB-D59D-6525-E562-BBF58789F075}"/>
              </a:ext>
            </a:extLst>
          </p:cNvPr>
          <p:cNvSpPr>
            <a:spLocks noGrp="1"/>
          </p:cNvSpPr>
          <p:nvPr>
            <p:ph type="ftr" sz="quarter" idx="15"/>
          </p:nvPr>
        </p:nvSpPr>
        <p:spPr>
          <a:xfrm rot="16200000">
            <a:off x="-396119" y="5787191"/>
            <a:ext cx="1503444"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6C3300FD-0F85-6D2D-068D-84CB656EBCA2}"/>
              </a:ext>
            </a:extLst>
          </p:cNvPr>
          <p:cNvSpPr>
            <a:spLocks noGrp="1"/>
          </p:cNvSpPr>
          <p:nvPr>
            <p:ph type="dt" sz="half" idx="14"/>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3/6/2026</a:t>
            </a:fld>
            <a:endParaRPr lang="en-US"/>
          </a:p>
        </p:txBody>
      </p:sp>
      <p:sp>
        <p:nvSpPr>
          <p:cNvPr id="6" name="Slide Number Placeholder 5">
            <a:extLst>
              <a:ext uri="{FF2B5EF4-FFF2-40B4-BE49-F238E27FC236}">
                <a16:creationId xmlns:a16="http://schemas.microsoft.com/office/drawing/2014/main" id="{C864108F-589A-F954-DAE4-48E2DC65ACED}"/>
              </a:ext>
            </a:extLst>
          </p:cNvPr>
          <p:cNvSpPr>
            <a:spLocks noGrp="1"/>
          </p:cNvSpPr>
          <p:nvPr>
            <p:ph type="sldNum" sz="quarter" idx="16"/>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1</a:t>
            </a:fld>
            <a:endParaRPr lang="en-US"/>
          </a:p>
        </p:txBody>
      </p:sp>
    </p:spTree>
    <p:extLst>
      <p:ext uri="{BB962C8B-B14F-4D97-AF65-F5344CB8AC3E}">
        <p14:creationId xmlns:p14="http://schemas.microsoft.com/office/powerpoint/2010/main" val="409983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460FF-13CB-F4EB-3816-48CEFF2FDA14}"/>
              </a:ext>
            </a:extLst>
          </p:cNvPr>
          <p:cNvSpPr>
            <a:spLocks noGrp="1"/>
          </p:cNvSpPr>
          <p:nvPr>
            <p:ph type="title"/>
          </p:nvPr>
        </p:nvSpPr>
        <p:spPr>
          <a:xfrm>
            <a:off x="838200" y="859536"/>
            <a:ext cx="9546336" cy="3675885"/>
          </a:xfrm>
        </p:spPr>
        <p:txBody>
          <a:bodyPr anchor="t">
            <a:normAutofit/>
          </a:bodyPr>
          <a:lstStyle/>
          <a:p>
            <a:r>
              <a:rPr lang="en-US"/>
              <a:t>OneFS SyncIQ Overview and Benefits</a:t>
            </a:r>
          </a:p>
        </p:txBody>
      </p:sp>
      <p:sp>
        <p:nvSpPr>
          <p:cNvPr id="4" name="Footer Placeholder 3">
            <a:extLst>
              <a:ext uri="{FF2B5EF4-FFF2-40B4-BE49-F238E27FC236}">
                <a16:creationId xmlns:a16="http://schemas.microsoft.com/office/drawing/2014/main" id="{5FD27195-1201-6A44-B956-BA165006627F}"/>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FAF996D7-075D-6025-1F96-D2649C001706}"/>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3/6/2026</a:t>
            </a:fld>
            <a:endParaRPr lang="en-US"/>
          </a:p>
        </p:txBody>
      </p:sp>
      <p:sp>
        <p:nvSpPr>
          <p:cNvPr id="6" name="Slide Number Placeholder 5">
            <a:extLst>
              <a:ext uri="{FF2B5EF4-FFF2-40B4-BE49-F238E27FC236}">
                <a16:creationId xmlns:a16="http://schemas.microsoft.com/office/drawing/2014/main" id="{C1BDA0B1-C7D0-9453-5CAB-C7CB766DBA61}"/>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2</a:t>
            </a:fld>
            <a:endParaRPr lang="en-US"/>
          </a:p>
        </p:txBody>
      </p:sp>
    </p:spTree>
    <p:extLst>
      <p:ext uri="{BB962C8B-B14F-4D97-AF65-F5344CB8AC3E}">
        <p14:creationId xmlns:p14="http://schemas.microsoft.com/office/powerpoint/2010/main" val="36022324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FC23-B819-3A57-B7A8-35EFA5D7CD0C}"/>
              </a:ext>
            </a:extLst>
          </p:cNvPr>
          <p:cNvSpPr>
            <a:spLocks noGrp="1"/>
          </p:cNvSpPr>
          <p:nvPr>
            <p:ph type="title"/>
          </p:nvPr>
        </p:nvSpPr>
        <p:spPr>
          <a:xfrm>
            <a:off x="8046720" y="583413"/>
            <a:ext cx="3566160" cy="1527048"/>
          </a:xfrm>
        </p:spPr>
        <p:txBody>
          <a:bodyPr anchor="b">
            <a:normAutofit/>
          </a:bodyPr>
          <a:lstStyle/>
          <a:p>
            <a:r>
              <a:rPr lang="en-US"/>
              <a:t>Introduction to SyncIQ</a:t>
            </a:r>
          </a:p>
        </p:txBody>
      </p:sp>
      <p:pic>
        <p:nvPicPr>
          <p:cNvPr id="8" name="Content Placeholder 7" descr="Desktop computers connected in a network.See all my">
            <a:extLst>
              <a:ext uri="{FF2B5EF4-FFF2-40B4-BE49-F238E27FC236}">
                <a16:creationId xmlns:a16="http://schemas.microsoft.com/office/drawing/2014/main" id="{A2013A1D-E2C5-4164-9C3E-4CC341BED137}"/>
              </a:ext>
            </a:extLst>
          </p:cNvPr>
          <p:cNvPicPr>
            <a:picLocks noGrp="1" noChangeAspect="1"/>
          </p:cNvPicPr>
          <p:nvPr>
            <p:ph type="pic" sz="quarter" idx="13"/>
          </p:nvPr>
        </p:nvPicPr>
        <p:blipFill>
          <a:blip r:embed="rId3"/>
          <a:srcRect l="9179" r="7880"/>
          <a:stretch>
            <a:fillRect/>
          </a:stretch>
        </p:blipFill>
        <p:spPr>
          <a:xfrm>
            <a:off x="20" y="10"/>
            <a:ext cx="7584124" cy="6857990"/>
          </a:xfrm>
        </p:spPr>
      </p:pic>
      <p:sp>
        <p:nvSpPr>
          <p:cNvPr id="5" name="Content Placeholder 4">
            <a:extLst>
              <a:ext uri="{FF2B5EF4-FFF2-40B4-BE49-F238E27FC236}">
                <a16:creationId xmlns:a16="http://schemas.microsoft.com/office/drawing/2014/main" id="{BFB8B4ED-D8A7-A0F9-F743-C0015CB8C68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6720" y="2212975"/>
            <a:ext cx="3566160" cy="4095750"/>
          </a:xfrm>
        </p:spPr>
        <p:txBody>
          <a:bodyPr>
            <a:normAutofit/>
          </a:bodyPr>
          <a:lstStyle/>
          <a:p>
            <a:pPr marL="0" indent="0">
              <a:lnSpc>
                <a:spcPct val="100000"/>
              </a:lnSpc>
              <a:spcBef>
                <a:spcPts val="2500"/>
              </a:spcBef>
              <a:buFont typeface="Arial" panose="020B0604020202020204" pitchFamily="34" charset="0"/>
              <a:buNone/>
            </a:pPr>
            <a:r>
              <a:rPr lang="en-US" sz="1300" b="1"/>
              <a:t>Core Replication Technology</a:t>
            </a:r>
          </a:p>
          <a:p>
            <a:pPr marL="0" lvl="1" indent="0">
              <a:lnSpc>
                <a:spcPct val="100000"/>
              </a:lnSpc>
              <a:buFont typeface="Arial" panose="020B0604020202020204" pitchFamily="34" charset="0"/>
              <a:buNone/>
            </a:pPr>
            <a:r>
              <a:rPr lang="en-US" sz="1300"/>
              <a:t>SyncIQ is built into OneFS for flexible, automated, and scalable data replication across distributed clusters.</a:t>
            </a:r>
          </a:p>
          <a:p>
            <a:pPr marL="0" indent="0">
              <a:lnSpc>
                <a:spcPct val="100000"/>
              </a:lnSpc>
              <a:spcBef>
                <a:spcPts val="2500"/>
              </a:spcBef>
              <a:buFont typeface="Arial" panose="020B0604020202020204" pitchFamily="34" charset="0"/>
              <a:buNone/>
            </a:pPr>
            <a:r>
              <a:rPr lang="en-US" sz="1300" b="1"/>
              <a:t>Efficient Data Synchronization</a:t>
            </a:r>
          </a:p>
          <a:p>
            <a:pPr marL="0" lvl="1" indent="0">
              <a:lnSpc>
                <a:spcPct val="100000"/>
              </a:lnSpc>
              <a:buFont typeface="Arial" panose="020B0604020202020204" pitchFamily="34" charset="0"/>
              <a:buNone/>
            </a:pPr>
            <a:r>
              <a:rPr lang="en-US" sz="1300"/>
              <a:t>It asynchronously replicates only changed data increments, optimizing bandwidth and maintaining consistency.</a:t>
            </a:r>
          </a:p>
          <a:p>
            <a:pPr marL="0" indent="0">
              <a:lnSpc>
                <a:spcPct val="100000"/>
              </a:lnSpc>
              <a:spcBef>
                <a:spcPts val="2500"/>
              </a:spcBef>
              <a:buFont typeface="Arial" panose="020B0604020202020204" pitchFamily="34" charset="0"/>
              <a:buNone/>
            </a:pPr>
            <a:r>
              <a:rPr lang="en-US" sz="1300" b="1"/>
              <a:t>Scalable Parallel Architecture</a:t>
            </a:r>
          </a:p>
          <a:p>
            <a:pPr marL="0" lvl="1" indent="0">
              <a:lnSpc>
                <a:spcPct val="100000"/>
              </a:lnSpc>
              <a:buFont typeface="Arial" panose="020B0604020202020204" pitchFamily="34" charset="0"/>
              <a:buNone/>
            </a:pPr>
            <a:r>
              <a:rPr lang="en-US" sz="1300"/>
              <a:t>Replication tasks are parallelized across nodes, enabling scalable throughput at multi-petabyte scale.</a:t>
            </a:r>
          </a:p>
          <a:p>
            <a:pPr marL="0" indent="0">
              <a:lnSpc>
                <a:spcPct val="100000"/>
              </a:lnSpc>
              <a:spcBef>
                <a:spcPts val="2500"/>
              </a:spcBef>
              <a:buFont typeface="Arial" panose="020B0604020202020204" pitchFamily="34" charset="0"/>
              <a:buNone/>
            </a:pPr>
            <a:r>
              <a:rPr lang="en-US" sz="1300" b="1"/>
              <a:t>Policy-Driven Control</a:t>
            </a:r>
          </a:p>
          <a:p>
            <a:pPr marL="0" lvl="1" indent="0">
              <a:lnSpc>
                <a:spcPct val="100000"/>
              </a:lnSpc>
              <a:buFont typeface="Arial" panose="020B0604020202020204" pitchFamily="34" charset="0"/>
              <a:buNone/>
            </a:pPr>
            <a:r>
              <a:rPr lang="en-US" sz="1300"/>
              <a:t>Administrators manage replication with fine-grained policies triggered by schedules or modifications.</a:t>
            </a:r>
          </a:p>
        </p:txBody>
      </p:sp>
      <p:sp>
        <p:nvSpPr>
          <p:cNvPr id="6" name="Date Placeholder 5">
            <a:extLst>
              <a:ext uri="{FF2B5EF4-FFF2-40B4-BE49-F238E27FC236}">
                <a16:creationId xmlns:a16="http://schemas.microsoft.com/office/drawing/2014/main" id="{4C6B145A-C026-F64F-18FC-3284AFC8BCDE}"/>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3/6/2026</a:t>
            </a:fld>
            <a:endParaRPr lang="en-US"/>
          </a:p>
        </p:txBody>
      </p:sp>
      <p:sp>
        <p:nvSpPr>
          <p:cNvPr id="3" name="Footer Placeholder 2">
            <a:extLst>
              <a:ext uri="{FF2B5EF4-FFF2-40B4-BE49-F238E27FC236}">
                <a16:creationId xmlns:a16="http://schemas.microsoft.com/office/drawing/2014/main" id="{FFD37B9B-6069-E0F8-88C1-2F66B4D327D1}"/>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302AB3C1-13BD-D358-F9A0-E5713CB43BE4}"/>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3983120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BF0E8-863A-67CE-AEA9-8B48607DB52E}"/>
              </a:ext>
            </a:extLst>
          </p:cNvPr>
          <p:cNvSpPr>
            <a:spLocks noGrp="1"/>
          </p:cNvSpPr>
          <p:nvPr>
            <p:ph type="title"/>
          </p:nvPr>
        </p:nvSpPr>
        <p:spPr>
          <a:xfrm>
            <a:off x="731520" y="320040"/>
            <a:ext cx="10780776" cy="932688"/>
          </a:xfrm>
        </p:spPr>
        <p:txBody>
          <a:bodyPr anchor="b">
            <a:normAutofit/>
          </a:bodyPr>
          <a:lstStyle/>
          <a:p>
            <a:r>
              <a:rPr lang="en-US"/>
              <a:t>Key Benefits of SyncIQ</a:t>
            </a:r>
          </a:p>
        </p:txBody>
      </p:sp>
      <p:sp>
        <p:nvSpPr>
          <p:cNvPr id="3" name="Footer Placeholder 2">
            <a:extLst>
              <a:ext uri="{FF2B5EF4-FFF2-40B4-BE49-F238E27FC236}">
                <a16:creationId xmlns:a16="http://schemas.microsoft.com/office/drawing/2014/main" id="{5DB7CF9C-B6A7-6DF8-D56D-A87E69ECC31B}"/>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dirty="0"/>
              <a:t>Sample Footer Text</a:t>
            </a:r>
            <a:endParaRPr lang="en-US"/>
          </a:p>
        </p:txBody>
      </p:sp>
      <p:pic>
        <p:nvPicPr>
          <p:cNvPr id="8" name="Content Placeholder 7" descr="Modern data center and technology background">
            <a:extLst>
              <a:ext uri="{FF2B5EF4-FFF2-40B4-BE49-F238E27FC236}">
                <a16:creationId xmlns:a16="http://schemas.microsoft.com/office/drawing/2014/main" id="{BE665F28-7389-4C05-BDDD-C366DA3359FE}"/>
              </a:ext>
            </a:extLst>
          </p:cNvPr>
          <p:cNvPicPr>
            <a:picLocks noGrp="1" noChangeAspect="1"/>
          </p:cNvPicPr>
          <p:nvPr>
            <p:ph type="pic" sz="quarter" idx="13"/>
          </p:nvPr>
        </p:nvPicPr>
        <p:blipFill>
          <a:blip r:embed="rId3"/>
          <a:srcRect l="5836" r="36521" b="-3"/>
          <a:stretch>
            <a:fillRect/>
          </a:stretch>
        </p:blipFill>
        <p:spPr>
          <a:xfrm>
            <a:off x="731520" y="1816163"/>
            <a:ext cx="3920691" cy="4540188"/>
          </a:xfrm>
        </p:spPr>
      </p:pic>
      <p:sp>
        <p:nvSpPr>
          <p:cNvPr id="5" name="Content Placeholder 4">
            <a:extLst>
              <a:ext uri="{FF2B5EF4-FFF2-40B4-BE49-F238E27FC236}">
                <a16:creationId xmlns:a16="http://schemas.microsoft.com/office/drawing/2014/main" id="{60EB171A-58F9-1311-31BB-61DBB14CEF8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9516" y="1812758"/>
            <a:ext cx="6349381" cy="4540188"/>
          </a:xfrm>
        </p:spPr>
        <p:txBody>
          <a:bodyPr>
            <a:normAutofit/>
          </a:bodyPr>
          <a:lstStyle/>
          <a:p>
            <a:pPr marL="0" indent="0">
              <a:spcBef>
                <a:spcPts val="2500"/>
              </a:spcBef>
              <a:buFont typeface="Arial" panose="020B0604020202020204" pitchFamily="34" charset="0"/>
              <a:buNone/>
            </a:pPr>
            <a:r>
              <a:rPr lang="en-US" sz="1400" b="1"/>
              <a:t>High-Performance Replication</a:t>
            </a:r>
          </a:p>
          <a:p>
            <a:pPr marL="0" lvl="1" indent="0">
              <a:buFont typeface="Arial" panose="020B0604020202020204" pitchFamily="34" charset="0"/>
              <a:buNone/>
            </a:pPr>
            <a:r>
              <a:rPr lang="en-US" sz="1400"/>
              <a:t>SyncIQ uses asynchronous replication to sync large datasets efficiently without affecting production workloads.</a:t>
            </a:r>
          </a:p>
          <a:p>
            <a:pPr marL="0" indent="0">
              <a:spcBef>
                <a:spcPts val="2500"/>
              </a:spcBef>
              <a:buFont typeface="Arial" panose="020B0604020202020204" pitchFamily="34" charset="0"/>
              <a:buNone/>
            </a:pPr>
            <a:r>
              <a:rPr lang="en-US" sz="1400" b="1"/>
              <a:t>Scalability and Parallelism</a:t>
            </a:r>
          </a:p>
          <a:p>
            <a:pPr marL="0" lvl="1" indent="0">
              <a:buFont typeface="Arial" panose="020B0604020202020204" pitchFamily="34" charset="0"/>
              <a:buNone/>
            </a:pPr>
            <a:r>
              <a:rPr lang="en-US" sz="1400"/>
              <a:t>It scales seamlessly with no fixed size limits by spreading workload across cluster resources for consistent replication.</a:t>
            </a:r>
          </a:p>
          <a:p>
            <a:pPr marL="0" indent="0">
              <a:spcBef>
                <a:spcPts val="2500"/>
              </a:spcBef>
              <a:buFont typeface="Arial" panose="020B0604020202020204" pitchFamily="34" charset="0"/>
              <a:buNone/>
            </a:pPr>
            <a:r>
              <a:rPr lang="en-US" sz="1400" b="1"/>
              <a:t>Flexible Recovery Objectives</a:t>
            </a:r>
          </a:p>
          <a:p>
            <a:pPr marL="0" lvl="1" indent="0">
              <a:buFont typeface="Arial" panose="020B0604020202020204" pitchFamily="34" charset="0"/>
              <a:buNone/>
            </a:pPr>
            <a:r>
              <a:rPr lang="en-US" sz="1400"/>
              <a:t>SyncIQ offers flexible Recovery Point and Time Objectives, allowing calibration of protection based on risk tolerance and investment.</a:t>
            </a:r>
          </a:p>
          <a:p>
            <a:pPr marL="0" indent="0">
              <a:spcBef>
                <a:spcPts val="2500"/>
              </a:spcBef>
              <a:buFont typeface="Arial" panose="020B0604020202020204" pitchFamily="34" charset="0"/>
              <a:buNone/>
            </a:pPr>
            <a:r>
              <a:rPr lang="en-US" sz="1400" b="1"/>
              <a:t>Network Adaptability and Control</a:t>
            </a:r>
          </a:p>
          <a:p>
            <a:pPr marL="0" lvl="1" indent="0">
              <a:buFont typeface="Arial" panose="020B0604020202020204" pitchFamily="34" charset="0"/>
              <a:buNone/>
            </a:pPr>
            <a:r>
              <a:rPr lang="en-US" sz="1400"/>
              <a:t>The engine optimizes performance for LAN and WAN environments and supports granular policy-based replication control.</a:t>
            </a:r>
          </a:p>
        </p:txBody>
      </p:sp>
      <p:sp>
        <p:nvSpPr>
          <p:cNvPr id="6" name="Date Placeholder 5">
            <a:extLst>
              <a:ext uri="{FF2B5EF4-FFF2-40B4-BE49-F238E27FC236}">
                <a16:creationId xmlns:a16="http://schemas.microsoft.com/office/drawing/2014/main" id="{473AA5E1-07E4-D8EC-5314-2D50C53EC984}"/>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3/6/2026</a:t>
            </a:fld>
            <a:endParaRPr lang="en-US"/>
          </a:p>
        </p:txBody>
      </p:sp>
      <p:sp>
        <p:nvSpPr>
          <p:cNvPr id="7" name="Slide Number Placeholder 6">
            <a:extLst>
              <a:ext uri="{FF2B5EF4-FFF2-40B4-BE49-F238E27FC236}">
                <a16:creationId xmlns:a16="http://schemas.microsoft.com/office/drawing/2014/main" id="{61998E0B-BDEF-660E-D20B-FB4A5B7349C5}"/>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42274602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FD78-5DE7-3CF3-1AB1-4B5687FCA205}"/>
              </a:ext>
            </a:extLst>
          </p:cNvPr>
          <p:cNvSpPr>
            <a:spLocks noGrp="1"/>
          </p:cNvSpPr>
          <p:nvPr>
            <p:ph type="title"/>
          </p:nvPr>
        </p:nvSpPr>
        <p:spPr>
          <a:xfrm>
            <a:off x="838200" y="859536"/>
            <a:ext cx="9546336" cy="3675885"/>
          </a:xfrm>
        </p:spPr>
        <p:txBody>
          <a:bodyPr anchor="t">
            <a:normAutofit/>
          </a:bodyPr>
          <a:lstStyle/>
          <a:p>
            <a:r>
              <a:rPr lang="en-US"/>
              <a:t>Applications and Comparative Advantages</a:t>
            </a:r>
          </a:p>
        </p:txBody>
      </p:sp>
      <p:sp>
        <p:nvSpPr>
          <p:cNvPr id="4" name="Footer Placeholder 3">
            <a:extLst>
              <a:ext uri="{FF2B5EF4-FFF2-40B4-BE49-F238E27FC236}">
                <a16:creationId xmlns:a16="http://schemas.microsoft.com/office/drawing/2014/main" id="{6350A847-67D1-3050-C03D-B2C798BCCF62}"/>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CB69BFC6-5DBA-6874-2854-841A39477B38}"/>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3/6/2026</a:t>
            </a:fld>
            <a:endParaRPr lang="en-US"/>
          </a:p>
        </p:txBody>
      </p:sp>
      <p:sp>
        <p:nvSpPr>
          <p:cNvPr id="6" name="Slide Number Placeholder 5">
            <a:extLst>
              <a:ext uri="{FF2B5EF4-FFF2-40B4-BE49-F238E27FC236}">
                <a16:creationId xmlns:a16="http://schemas.microsoft.com/office/drawing/2014/main" id="{00748616-E556-13D0-4BCA-9DDF7E60F9BF}"/>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5</a:t>
            </a:fld>
            <a:endParaRPr lang="en-US"/>
          </a:p>
        </p:txBody>
      </p:sp>
    </p:spTree>
    <p:extLst>
      <p:ext uri="{BB962C8B-B14F-4D97-AF65-F5344CB8AC3E}">
        <p14:creationId xmlns:p14="http://schemas.microsoft.com/office/powerpoint/2010/main" val="33951027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7FA62-E0C5-F03A-E95F-FCB27AE37A27}"/>
              </a:ext>
            </a:extLst>
          </p:cNvPr>
          <p:cNvSpPr>
            <a:spLocks noGrp="1"/>
          </p:cNvSpPr>
          <p:nvPr>
            <p:ph type="title"/>
          </p:nvPr>
        </p:nvSpPr>
        <p:spPr>
          <a:xfrm>
            <a:off x="4480560" y="320040"/>
            <a:ext cx="6858000" cy="932688"/>
          </a:xfrm>
        </p:spPr>
        <p:txBody>
          <a:bodyPr anchor="b">
            <a:normAutofit/>
          </a:bodyPr>
          <a:lstStyle/>
          <a:p>
            <a:r>
              <a:rPr lang="en-US" sz="3000"/>
              <a:t>Real-World Use Cases of SyncIQ</a:t>
            </a:r>
          </a:p>
        </p:txBody>
      </p:sp>
      <p:pic>
        <p:nvPicPr>
          <p:cNvPr id="8" name="Content Placeholder 7" descr="Network server in a row">
            <a:extLst>
              <a:ext uri="{FF2B5EF4-FFF2-40B4-BE49-F238E27FC236}">
                <a16:creationId xmlns:a16="http://schemas.microsoft.com/office/drawing/2014/main" id="{BDAAB6EA-54B1-4DB7-8599-5812EC0CD42F}"/>
              </a:ext>
            </a:extLst>
          </p:cNvPr>
          <p:cNvPicPr>
            <a:picLocks noGrp="1" noChangeAspect="1"/>
          </p:cNvPicPr>
          <p:nvPr>
            <p:ph type="pic" sz="quarter" idx="13"/>
          </p:nvPr>
        </p:nvPicPr>
        <p:blipFill>
          <a:blip r:embed="rId3"/>
          <a:srcRect l="30859" r="23821" b="-1"/>
          <a:stretch>
            <a:fillRect/>
          </a:stretch>
        </p:blipFill>
        <p:spPr>
          <a:xfrm>
            <a:off x="20" y="1"/>
            <a:ext cx="4023340" cy="6858000"/>
          </a:xfrm>
        </p:spPr>
      </p:pic>
      <p:sp>
        <p:nvSpPr>
          <p:cNvPr id="5" name="Content Placeholder 4">
            <a:extLst>
              <a:ext uri="{FF2B5EF4-FFF2-40B4-BE49-F238E27FC236}">
                <a16:creationId xmlns:a16="http://schemas.microsoft.com/office/drawing/2014/main" id="{8518D7F5-A639-7615-F8A2-528D37CB4EE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Disaster Recovery Synchronization</a:t>
            </a:r>
          </a:p>
          <a:p>
            <a:pPr marL="0" lvl="1" indent="0">
              <a:buFont typeface="Arial" panose="020B0604020202020204" pitchFamily="34" charset="0"/>
              <a:buNone/>
            </a:pPr>
            <a:r>
              <a:rPr lang="en-US" sz="1400"/>
              <a:t>SyncIQ continuously syncs data between primary and secondary clusters to minimize downtime and data loss during site failures.</a:t>
            </a:r>
          </a:p>
          <a:p>
            <a:pPr marL="0" indent="0">
              <a:spcBef>
                <a:spcPts val="2500"/>
              </a:spcBef>
              <a:buFont typeface="Arial" panose="020B0604020202020204" pitchFamily="34" charset="0"/>
              <a:buNone/>
            </a:pPr>
            <a:r>
              <a:rPr lang="en-US" sz="1400" b="1"/>
              <a:t>Snapshot Archiving Integration</a:t>
            </a:r>
          </a:p>
          <a:p>
            <a:pPr marL="0" lvl="1" indent="0">
              <a:buFont typeface="Arial" panose="020B0604020202020204" pitchFamily="34" charset="0"/>
              <a:buNone/>
            </a:pPr>
            <a:r>
              <a:rPr lang="en-US" sz="1400"/>
              <a:t>SyncIQ replicates snapshots to remote clusters, ensuring long-term retention and compliance without overcrowding primary storage.</a:t>
            </a:r>
          </a:p>
          <a:p>
            <a:pPr marL="0" indent="0">
              <a:spcBef>
                <a:spcPts val="2500"/>
              </a:spcBef>
              <a:buFont typeface="Arial" panose="020B0604020202020204" pitchFamily="34" charset="0"/>
              <a:buNone/>
            </a:pPr>
            <a:r>
              <a:rPr lang="en-US" sz="1400" b="1"/>
              <a:t>Multi-Site Data Distribution</a:t>
            </a:r>
          </a:p>
          <a:p>
            <a:pPr marL="0" lvl="1" indent="0">
              <a:buFont typeface="Arial" panose="020B0604020202020204" pitchFamily="34" charset="0"/>
              <a:buNone/>
            </a:pPr>
            <a:r>
              <a:rPr lang="en-US" sz="1400"/>
              <a:t>Enables geographically dispersed teams to access synchronized datasets efficiently without slow manual transfers.</a:t>
            </a:r>
          </a:p>
          <a:p>
            <a:pPr marL="0" indent="0">
              <a:spcBef>
                <a:spcPts val="2500"/>
              </a:spcBef>
              <a:buFont typeface="Arial" panose="020B0604020202020204" pitchFamily="34" charset="0"/>
              <a:buNone/>
            </a:pPr>
            <a:r>
              <a:rPr lang="en-US" sz="1400" b="1"/>
              <a:t>Handling Large Unstructured Data</a:t>
            </a:r>
          </a:p>
          <a:p>
            <a:pPr marL="0" lvl="1" indent="0">
              <a:buFont typeface="Arial" panose="020B0604020202020204" pitchFamily="34" charset="0"/>
              <a:buNone/>
            </a:pPr>
            <a:r>
              <a:rPr lang="en-US" sz="1400"/>
              <a:t>Ideal for industries managing massive data volumes like AI, genomic sequencing, and scientific simulations.</a:t>
            </a:r>
          </a:p>
        </p:txBody>
      </p:sp>
      <p:sp>
        <p:nvSpPr>
          <p:cNvPr id="6" name="Date Placeholder 5">
            <a:extLst>
              <a:ext uri="{FF2B5EF4-FFF2-40B4-BE49-F238E27FC236}">
                <a16:creationId xmlns:a16="http://schemas.microsoft.com/office/drawing/2014/main" id="{DF13872D-610D-7E04-59F4-AADAC2FDE7F3}"/>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3/6/2026</a:t>
            </a:fld>
            <a:endParaRPr lang="en-US"/>
          </a:p>
        </p:txBody>
      </p:sp>
      <p:sp>
        <p:nvSpPr>
          <p:cNvPr id="3" name="Footer Placeholder 2">
            <a:extLst>
              <a:ext uri="{FF2B5EF4-FFF2-40B4-BE49-F238E27FC236}">
                <a16:creationId xmlns:a16="http://schemas.microsoft.com/office/drawing/2014/main" id="{86EA6095-B84B-D6A0-4DBE-97CDD9B83669}"/>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8CD26A08-26F2-F317-AD14-440592653C68}"/>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spTree>
    <p:extLst>
      <p:ext uri="{BB962C8B-B14F-4D97-AF65-F5344CB8AC3E}">
        <p14:creationId xmlns:p14="http://schemas.microsoft.com/office/powerpoint/2010/main" val="3425011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C6240-FB1B-C7E0-5209-CE3BD0C8FDC7}"/>
              </a:ext>
            </a:extLst>
          </p:cNvPr>
          <p:cNvSpPr>
            <a:spLocks noGrp="1"/>
          </p:cNvSpPr>
          <p:nvPr>
            <p:ph type="title"/>
          </p:nvPr>
        </p:nvSpPr>
        <p:spPr>
          <a:xfrm>
            <a:off x="4480560" y="320040"/>
            <a:ext cx="6858000" cy="932688"/>
          </a:xfrm>
        </p:spPr>
        <p:txBody>
          <a:bodyPr anchor="b">
            <a:normAutofit/>
          </a:bodyPr>
          <a:lstStyle/>
          <a:p>
            <a:r>
              <a:rPr lang="en-US" sz="3000"/>
              <a:t>SyncIQ vs Traditional Backup Approaches</a:t>
            </a:r>
          </a:p>
        </p:txBody>
      </p:sp>
      <p:pic>
        <p:nvPicPr>
          <p:cNvPr id="8" name="Content Placeholder 7" descr="Weight stack on exercise machine">
            <a:extLst>
              <a:ext uri="{FF2B5EF4-FFF2-40B4-BE49-F238E27FC236}">
                <a16:creationId xmlns:a16="http://schemas.microsoft.com/office/drawing/2014/main" id="{9C74F0BD-9EA2-42C4-93F4-FB43EF28FAD9}"/>
              </a:ext>
            </a:extLst>
          </p:cNvPr>
          <p:cNvPicPr>
            <a:picLocks noGrp="1" noChangeAspect="1"/>
          </p:cNvPicPr>
          <p:nvPr>
            <p:ph type="pic" sz="quarter" idx="13"/>
          </p:nvPr>
        </p:nvPicPr>
        <p:blipFill>
          <a:blip r:embed="rId3"/>
          <a:srcRect l="5697" r="15819"/>
          <a:stretch>
            <a:fillRect/>
          </a:stretch>
        </p:blipFill>
        <p:spPr>
          <a:xfrm>
            <a:off x="20" y="1"/>
            <a:ext cx="4023340" cy="6858000"/>
          </a:xfrm>
        </p:spPr>
      </p:pic>
      <p:sp>
        <p:nvSpPr>
          <p:cNvPr id="5" name="Content Placeholder 4">
            <a:extLst>
              <a:ext uri="{FF2B5EF4-FFF2-40B4-BE49-F238E27FC236}">
                <a16:creationId xmlns:a16="http://schemas.microsoft.com/office/drawing/2014/main" id="{21A478B6-2D9A-543C-3699-E9E96E3A764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Faster Recovery Operations</a:t>
            </a:r>
          </a:p>
          <a:p>
            <a:pPr marL="0" lvl="1" indent="0">
              <a:buFont typeface="Arial" panose="020B0604020202020204" pitchFamily="34" charset="0"/>
              <a:buNone/>
            </a:pPr>
            <a:r>
              <a:rPr lang="en-US" sz="1400"/>
              <a:t>SyncIQ uses synchronized cluster replicas enabling rapid recovery and minimal operational disruption.</a:t>
            </a:r>
          </a:p>
          <a:p>
            <a:pPr marL="0" indent="0">
              <a:spcBef>
                <a:spcPts val="2500"/>
              </a:spcBef>
              <a:buFont typeface="Arial" panose="020B0604020202020204" pitchFamily="34" charset="0"/>
              <a:buNone/>
            </a:pPr>
            <a:r>
              <a:rPr lang="en-US" sz="1400" b="1"/>
              <a:t>Automated Data Synchronization</a:t>
            </a:r>
          </a:p>
          <a:p>
            <a:pPr marL="0" lvl="1" indent="0">
              <a:buFont typeface="Arial" panose="020B0604020202020204" pitchFamily="34" charset="0"/>
              <a:buNone/>
            </a:pPr>
            <a:r>
              <a:rPr lang="en-US" sz="1400"/>
              <a:t>SyncIQ automates synchronization entirely, reducing human error and administrative workload.</a:t>
            </a:r>
          </a:p>
          <a:p>
            <a:pPr marL="0" indent="0">
              <a:spcBef>
                <a:spcPts val="2500"/>
              </a:spcBef>
              <a:buFont typeface="Arial" panose="020B0604020202020204" pitchFamily="34" charset="0"/>
              <a:buNone/>
            </a:pPr>
            <a:r>
              <a:rPr lang="en-US" sz="1400" b="1"/>
              <a:t>Efficient Resource Usage</a:t>
            </a:r>
          </a:p>
          <a:p>
            <a:pPr marL="0" lvl="1" indent="0">
              <a:buFont typeface="Arial" panose="020B0604020202020204" pitchFamily="34" charset="0"/>
              <a:buNone/>
            </a:pPr>
            <a:r>
              <a:rPr lang="en-US" sz="1400"/>
              <a:t>Parallel replication architecture avoids performance degradation during data transfers in production systems.</a:t>
            </a:r>
          </a:p>
          <a:p>
            <a:pPr marL="0" indent="0">
              <a:spcBef>
                <a:spcPts val="2500"/>
              </a:spcBef>
              <a:buFont typeface="Arial" panose="020B0604020202020204" pitchFamily="34" charset="0"/>
              <a:buNone/>
            </a:pPr>
            <a:r>
              <a:rPr lang="en-US" sz="1400" b="1"/>
              <a:t>Incremental and Asynchronous Sync</a:t>
            </a:r>
          </a:p>
          <a:p>
            <a:pPr marL="0" lvl="1" indent="0">
              <a:buFont typeface="Arial" panose="020B0604020202020204" pitchFamily="34" charset="0"/>
              <a:buNone/>
            </a:pPr>
            <a:r>
              <a:rPr lang="en-US" sz="1400"/>
              <a:t>SyncIQ performs incremental, asynchronous syncs, reducing bandwidth use and speeding synchronization cycles.</a:t>
            </a:r>
          </a:p>
        </p:txBody>
      </p:sp>
      <p:sp>
        <p:nvSpPr>
          <p:cNvPr id="6" name="Date Placeholder 5">
            <a:extLst>
              <a:ext uri="{FF2B5EF4-FFF2-40B4-BE49-F238E27FC236}">
                <a16:creationId xmlns:a16="http://schemas.microsoft.com/office/drawing/2014/main" id="{40BCB0DD-43B2-8403-E93E-66DF5A92C9FD}"/>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3/6/2026</a:t>
            </a:fld>
            <a:endParaRPr lang="en-US"/>
          </a:p>
        </p:txBody>
      </p:sp>
      <p:sp>
        <p:nvSpPr>
          <p:cNvPr id="3" name="Footer Placeholder 2">
            <a:extLst>
              <a:ext uri="{FF2B5EF4-FFF2-40B4-BE49-F238E27FC236}">
                <a16:creationId xmlns:a16="http://schemas.microsoft.com/office/drawing/2014/main" id="{3BB06057-730C-66BE-A05F-F00D67CEC36F}"/>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dirty="0"/>
              <a:t>Sample Footer Text</a:t>
            </a:r>
            <a:endParaRPr lang="en-US"/>
          </a:p>
        </p:txBody>
      </p:sp>
      <p:sp>
        <p:nvSpPr>
          <p:cNvPr id="7" name="Slide Number Placeholder 6">
            <a:extLst>
              <a:ext uri="{FF2B5EF4-FFF2-40B4-BE49-F238E27FC236}">
                <a16:creationId xmlns:a16="http://schemas.microsoft.com/office/drawing/2014/main" id="{101DCDCC-2319-8C73-8004-02C14D657DBE}"/>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spTree>
    <p:extLst>
      <p:ext uri="{BB962C8B-B14F-4D97-AF65-F5344CB8AC3E}">
        <p14:creationId xmlns:p14="http://schemas.microsoft.com/office/powerpoint/2010/main" val="32034225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design_win32_LW_V6" id="{76702E1B-643C-41F6-B804-84CD1831FE1D}" vid="{80EAE0FA-13D9-49AC-87DC-C29A48A869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7086CA-2203-47FE-BEEA-0085B9A26035}">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6484576-6FED-48EC-8561-A69AF722D2D1}">
  <ds:schemaRef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230e9df3-be65-4c73-a93b-d1236ebd677e"/>
    <ds:schemaRef ds:uri="16c05727-aa75-4e4a-9b5f-8a80a1165891"/>
    <ds:schemaRef ds:uri="http://purl.org/dc/terms/"/>
    <ds:schemaRef ds:uri="71af3243-3dd4-4a8d-8c0d-dd76da1f02a5"/>
    <ds:schemaRef ds:uri="http://schemas.microsoft.com/sharepoint/v3"/>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9206D296-8D02-46EE-B1E6-63AA4461230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11</TotalTime>
  <Words>9</Words>
  <Application>Microsoft Office PowerPoint</Application>
  <PresentationFormat>Widescreen</PresentationFormat>
  <Paragraphs>5</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Archway</vt:lpstr>
      <vt:lpstr>OneFS SyncIQ Benefits and Applications</vt:lpstr>
      <vt:lpstr>OneFS SyncIQ Overview and Benefits</vt:lpstr>
      <vt:lpstr>Introduction to SyncIQ</vt:lpstr>
      <vt:lpstr>Key Benefits of SyncIQ</vt:lpstr>
      <vt:lpstr>Applications and Comparative Advantages</vt:lpstr>
      <vt:lpstr>Real-World Use Cases of SyncIQ</vt:lpstr>
      <vt:lpstr>SyncIQ vs Traditional Backup Approaches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2025-02-27T07:13:53Z</dcterms:created>
  <dcterms:modified xsi:type="dcterms:W3CDTF">2026-03-06T09:42:40Z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