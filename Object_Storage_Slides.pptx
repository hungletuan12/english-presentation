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8"/>
  </p:notesMasterIdLst>
  <p:sldIdLst>
    <p:sldId id="2561" r:id="rId5"/>
    <p:sldId id="2562" r:id="rId6"/>
    <p:sldId id="2563" r:id="rId7"/>
    <p:sldId id="2564" r:id="rId8"/>
    <p:sldId id="2565" r:id="rId9"/>
    <p:sldId id="2566" r:id="rId10"/>
    <p:sldId id="2567" r:id="rId11"/>
    <p:sldId id="2568" r:id="rId12"/>
    <p:sldId id="2569" r:id="rId13"/>
    <p:sldId id="2570" r:id="rId14"/>
    <p:sldId id="2571" r:id="rId15"/>
    <p:sldId id="2572" r:id="rId16"/>
    <p:sldId id="2573"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bject Storage – Lưu trữ giá rẻ nhưng đa dụng" id="{DD4BE804-671E-4C0D-B222-B24DAEE4747A}">
          <p14:sldIdLst>
            <p14:sldId id="2561"/>
          </p14:sldIdLst>
        </p14:section>
        <p14:section name="Khái niệm và nhu cầu Object Storage" id="{98FB5B6D-341B-46F9-89CE-39C4D2260DCC}">
          <p14:sldIdLst>
            <p14:sldId id="2562"/>
            <p14:sldId id="2563"/>
            <p14:sldId id="2564"/>
            <p14:sldId id="2565"/>
          </p14:sldIdLst>
        </p14:section>
        <p14:section name="Ứng dụng của Object Storage" id="{0BADD642-B0B0-4962-BF47-1898CB6DB3D7}">
          <p14:sldIdLst>
            <p14:sldId id="2566"/>
            <p14:sldId id="2567"/>
            <p14:sldId id="2568"/>
          </p14:sldIdLst>
        </p14:section>
        <p14:section name="So sánh và hệ sinh thái Object Storage" id="{18EA48F9-8D4C-40B4-B025-7A15E00DCEA3}">
          <p14:sldIdLst>
            <p14:sldId id="2569"/>
            <p14:sldId id="2570"/>
            <p14:sldId id="2571"/>
          </p14:sldIdLst>
        </p14:section>
        <p14:section name="Kết luận" id="{A29CB978-B9FF-4600-ABB8-B43C6E28F3BE}">
          <p14:sldIdLst>
            <p14:sldId id="2572"/>
            <p14:sldId id="25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951575C-F68F-4E6F-B5B8-92950C066199}" v="16" dt="2026-03-04T01:19:02.23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0" d="100"/>
          <a:sy n="60" d="100"/>
        </p:scale>
        <p:origin x="892" y="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guyet Vuthi" userId="ffc101ad-ad15-4e7f-9808-db19eaa4868a" providerId="ADAL" clId="{61BA3240-E7C1-4A5F-9CAC-189105F86FB3}"/>
    <pc:docChg chg="custSel modSld">
      <pc:chgData name="Nguyet Vuthi" userId="ffc101ad-ad15-4e7f-9808-db19eaa4868a" providerId="ADAL" clId="{61BA3240-E7C1-4A5F-9CAC-189105F86FB3}" dt="2026-03-04T07:47:08.750" v="86" actId="20577"/>
      <pc:docMkLst>
        <pc:docMk/>
      </pc:docMkLst>
      <pc:sldChg chg="modSp mod">
        <pc:chgData name="Nguyet Vuthi" userId="ffc101ad-ad15-4e7f-9808-db19eaa4868a" providerId="ADAL" clId="{61BA3240-E7C1-4A5F-9CAC-189105F86FB3}" dt="2026-03-04T07:47:08.750" v="86" actId="20577"/>
        <pc:sldMkLst>
          <pc:docMk/>
          <pc:sldMk cId="1119064853" sldId="2570"/>
        </pc:sldMkLst>
        <pc:spChg chg="mod">
          <ac:chgData name="Nguyet Vuthi" userId="ffc101ad-ad15-4e7f-9808-db19eaa4868a" providerId="ADAL" clId="{61BA3240-E7C1-4A5F-9CAC-189105F86FB3}" dt="2026-03-04T07:47:08.750" v="86" actId="20577"/>
          <ac:spMkLst>
            <pc:docMk/>
            <pc:sldMk cId="1119064853" sldId="2570"/>
            <ac:spMk id="2" creationId="{B665FC02-768F-1AAC-3510-709D0DEF18DA}"/>
          </ac:spMkLst>
        </pc:spChg>
      </pc:sldChg>
    </pc:docChg>
  </pc:docChgLst>
  <pc:docChgLst>
    <pc:chgData clId="Web-{E951575C-F68F-4E6F-B5B8-92950C066199}"/>
    <pc:docChg chg="addSld delSld modSld addSection">
      <pc:chgData name="" userId="" providerId="" clId="Web-{E951575C-F68F-4E6F-B5B8-92950C066199}" dt="2026-03-04T01:19:02.232" v="16" actId="34807"/>
      <pc:docMkLst>
        <pc:docMk/>
      </pc:docMkLst>
      <pc:sldChg chg="del">
        <pc:chgData name="" userId="" providerId="" clId="Web-{E951575C-F68F-4E6F-B5B8-92950C066199}" dt="2026-03-04T01:19:02.076" v="0" actId="34807"/>
        <pc:sldMkLst>
          <pc:docMk/>
          <pc:sldMk cId="1538654294" sldId="256"/>
        </pc:sldMkLst>
      </pc:sldChg>
      <pc:sldChg chg="modSp add addAnim">
        <pc:chgData name="" userId="" providerId="" clId="Web-{E951575C-F68F-4E6F-B5B8-92950C066199}" dt="2026-03-04T01:19:02.216" v="4" actId="34807"/>
        <pc:sldMkLst>
          <pc:docMk/>
          <pc:sldMk cId="1599030614" sldId="2561"/>
        </pc:sldMkLst>
        <pc:spChg chg="mod">
          <ac:chgData name="" userId="" providerId="" clId="Web-{E951575C-F68F-4E6F-B5B8-92950C066199}" dt="2026-03-04T01:19:02.216" v="1" actId="34807"/>
          <ac:spMkLst>
            <pc:docMk/>
            <pc:sldMk cId="1599030614" sldId="2561"/>
            <ac:spMk id="2" creationId="{94F7E98E-6246-2781-D3B6-30EC7C13DD8D}"/>
          </ac:spMkLst>
        </pc:spChg>
        <pc:spChg chg="mod">
          <ac:chgData name="" userId="" providerId="" clId="Web-{E951575C-F68F-4E6F-B5B8-92950C066199}" dt="2026-03-04T01:19:02.216" v="1" actId="34807"/>
          <ac:spMkLst>
            <pc:docMk/>
            <pc:sldMk cId="1599030614" sldId="2561"/>
            <ac:spMk id="3" creationId="{28C8B510-AE24-1D59-CAAF-0B87372C1D0C}"/>
          </ac:spMkLst>
        </pc:spChg>
        <pc:spChg chg="mod">
          <ac:chgData name="" userId="" providerId="" clId="Web-{E951575C-F68F-4E6F-B5B8-92950C066199}" dt="2026-03-04T01:19:02.216" v="1" actId="34807"/>
          <ac:spMkLst>
            <pc:docMk/>
            <pc:sldMk cId="1599030614" sldId="2561"/>
            <ac:spMk id="4" creationId="{EF71FEB1-838B-2562-2053-BD3551708A5C}"/>
          </ac:spMkLst>
        </pc:spChg>
        <pc:spChg chg="mod">
          <ac:chgData name="" userId="" providerId="" clId="Web-{E951575C-F68F-4E6F-B5B8-92950C066199}" dt="2026-03-04T01:19:02.216" v="1" actId="34807"/>
          <ac:spMkLst>
            <pc:docMk/>
            <pc:sldMk cId="1599030614" sldId="2561"/>
            <ac:spMk id="5" creationId="{5FACD0C2-CE5C-4EB4-E0B5-7B2B1ACFD0A8}"/>
          </ac:spMkLst>
        </pc:spChg>
        <pc:spChg chg="mod">
          <ac:chgData name="" userId="" providerId="" clId="Web-{E951575C-F68F-4E6F-B5B8-92950C066199}" dt="2026-03-04T01:19:02.216" v="1" actId="34807"/>
          <ac:spMkLst>
            <pc:docMk/>
            <pc:sldMk cId="1599030614" sldId="2561"/>
            <ac:spMk id="6" creationId="{BBD15958-A457-8D9C-BE50-33A2D3ECA764}"/>
          </ac:spMkLst>
        </pc:spChg>
      </pc:sldChg>
      <pc:sldChg chg="modSp add mod modTransition modClrScheme addAnim chgLayout">
        <pc:chgData name="" userId="" providerId="" clId="Web-{E951575C-F68F-4E6F-B5B8-92950C066199}" dt="2026-03-04T01:19:02.216" v="5" actId="34807"/>
        <pc:sldMkLst>
          <pc:docMk/>
          <pc:sldMk cId="3191765237" sldId="2562"/>
        </pc:sldMkLst>
        <pc:spChg chg="mod">
          <ac:chgData name="" userId="" providerId="" clId="Web-{E951575C-F68F-4E6F-B5B8-92950C066199}" dt="2026-03-04T01:19:02.216" v="1" actId="34807"/>
          <ac:spMkLst>
            <pc:docMk/>
            <pc:sldMk cId="3191765237" sldId="2562"/>
            <ac:spMk id="2" creationId="{8B9F85C7-DB22-334C-1C6B-1A05922B119B}"/>
          </ac:spMkLst>
        </pc:spChg>
        <pc:spChg chg="mod">
          <ac:chgData name="" userId="" providerId="" clId="Web-{E951575C-F68F-4E6F-B5B8-92950C066199}" dt="2026-03-04T01:19:02.216" v="1" actId="34807"/>
          <ac:spMkLst>
            <pc:docMk/>
            <pc:sldMk cId="3191765237" sldId="2562"/>
            <ac:spMk id="4" creationId="{10473053-F38D-8053-8701-B5BBC49376FD}"/>
          </ac:spMkLst>
        </pc:spChg>
        <pc:spChg chg="mod">
          <ac:chgData name="" userId="" providerId="" clId="Web-{E951575C-F68F-4E6F-B5B8-92950C066199}" dt="2026-03-04T01:19:02.216" v="1" actId="34807"/>
          <ac:spMkLst>
            <pc:docMk/>
            <pc:sldMk cId="3191765237" sldId="2562"/>
            <ac:spMk id="5" creationId="{AA79577E-FF76-CA26-2595-07691CB2197D}"/>
          </ac:spMkLst>
        </pc:spChg>
        <pc:spChg chg="mod">
          <ac:chgData name="" userId="" providerId="" clId="Web-{E951575C-F68F-4E6F-B5B8-92950C066199}" dt="2026-03-04T01:19:02.216" v="1" actId="34807"/>
          <ac:spMkLst>
            <pc:docMk/>
            <pc:sldMk cId="3191765237" sldId="2562"/>
            <ac:spMk id="6" creationId="{B4F83F47-1BBC-35DD-59F8-B9F593E9F435}"/>
          </ac:spMkLst>
        </pc:spChg>
      </pc:sldChg>
      <pc:sldChg chg="modSp add mod modTransition modClrScheme addAnim chgLayout">
        <pc:chgData name="" userId="" providerId="" clId="Web-{E951575C-F68F-4E6F-B5B8-92950C066199}" dt="2026-03-04T01:19:02.216" v="6" actId="34807"/>
        <pc:sldMkLst>
          <pc:docMk/>
          <pc:sldMk cId="1912928550" sldId="2563"/>
        </pc:sldMkLst>
        <pc:spChg chg="mod">
          <ac:chgData name="" userId="" providerId="" clId="Web-{E951575C-F68F-4E6F-B5B8-92950C066199}" dt="2026-03-04T01:19:02.216" v="1" actId="34807"/>
          <ac:spMkLst>
            <pc:docMk/>
            <pc:sldMk cId="1912928550" sldId="2563"/>
            <ac:spMk id="2" creationId="{60AC1C39-5CA7-9D76-BFFA-C7C4A47D252D}"/>
          </ac:spMkLst>
        </pc:spChg>
        <pc:spChg chg="mod">
          <ac:chgData name="" userId="" providerId="" clId="Web-{E951575C-F68F-4E6F-B5B8-92950C066199}" dt="2026-03-04T01:19:02.216" v="1" actId="34807"/>
          <ac:spMkLst>
            <pc:docMk/>
            <pc:sldMk cId="1912928550" sldId="2563"/>
            <ac:spMk id="4" creationId="{F4113A6D-BA04-C788-9BA4-D8EA1AA07E3B}"/>
          </ac:spMkLst>
        </pc:spChg>
        <pc:spChg chg="mod">
          <ac:chgData name="" userId="" providerId="" clId="Web-{E951575C-F68F-4E6F-B5B8-92950C066199}" dt="2026-03-04T01:19:02.216" v="1" actId="34807"/>
          <ac:spMkLst>
            <pc:docMk/>
            <pc:sldMk cId="1912928550" sldId="2563"/>
            <ac:spMk id="5" creationId="{459E5947-1FAB-EF76-65D3-9464D073EC8B}"/>
          </ac:spMkLst>
        </pc:spChg>
        <pc:spChg chg="mod">
          <ac:chgData name="" userId="" providerId="" clId="Web-{E951575C-F68F-4E6F-B5B8-92950C066199}" dt="2026-03-04T01:19:02.216" v="1" actId="34807"/>
          <ac:spMkLst>
            <pc:docMk/>
            <pc:sldMk cId="1912928550" sldId="2563"/>
            <ac:spMk id="6" creationId="{1121DF04-63D8-FD41-1FD9-0FBAED6E30F9}"/>
          </ac:spMkLst>
        </pc:spChg>
        <pc:spChg chg="mod">
          <ac:chgData name="" userId="" providerId="" clId="Web-{E951575C-F68F-4E6F-B5B8-92950C066199}" dt="2026-03-04T01:19:02.216" v="1" actId="34807"/>
          <ac:spMkLst>
            <pc:docMk/>
            <pc:sldMk cId="1912928550" sldId="2563"/>
            <ac:spMk id="7" creationId="{1D2353E2-3275-C14D-B29A-8380BEF6A6C3}"/>
          </ac:spMkLst>
        </pc:spChg>
        <pc:picChg chg="mod">
          <ac:chgData name="" userId="" providerId="" clId="Web-{E951575C-F68F-4E6F-B5B8-92950C066199}" dt="2026-03-04T01:19:02.216" v="1" actId="34807"/>
          <ac:picMkLst>
            <pc:docMk/>
            <pc:sldMk cId="1912928550" sldId="2563"/>
            <ac:picMk id="8" creationId="{4F513C8E-75FE-4A4D-8375-10378B9FE7D7}"/>
          </ac:picMkLst>
        </pc:picChg>
      </pc:sldChg>
      <pc:sldChg chg="modSp add mod modTransition modClrScheme addAnim chgLayout">
        <pc:chgData name="" userId="" providerId="" clId="Web-{E951575C-F68F-4E6F-B5B8-92950C066199}" dt="2026-03-04T01:19:02.216" v="7" actId="34807"/>
        <pc:sldMkLst>
          <pc:docMk/>
          <pc:sldMk cId="1464284470" sldId="2564"/>
        </pc:sldMkLst>
        <pc:spChg chg="mod">
          <ac:chgData name="" userId="" providerId="" clId="Web-{E951575C-F68F-4E6F-B5B8-92950C066199}" dt="2026-03-04T01:19:02.216" v="1" actId="34807"/>
          <ac:spMkLst>
            <pc:docMk/>
            <pc:sldMk cId="1464284470" sldId="2564"/>
            <ac:spMk id="2" creationId="{9225E0AA-6050-8E1B-1631-A3D1109051B5}"/>
          </ac:spMkLst>
        </pc:spChg>
        <pc:spChg chg="mod">
          <ac:chgData name="" userId="" providerId="" clId="Web-{E951575C-F68F-4E6F-B5B8-92950C066199}" dt="2026-03-04T01:19:02.216" v="1" actId="34807"/>
          <ac:spMkLst>
            <pc:docMk/>
            <pc:sldMk cId="1464284470" sldId="2564"/>
            <ac:spMk id="4" creationId="{11253620-44D7-51EC-3CB5-316BFD5A3FE4}"/>
          </ac:spMkLst>
        </pc:spChg>
        <pc:spChg chg="mod">
          <ac:chgData name="" userId="" providerId="" clId="Web-{E951575C-F68F-4E6F-B5B8-92950C066199}" dt="2026-03-04T01:19:02.216" v="1" actId="34807"/>
          <ac:spMkLst>
            <pc:docMk/>
            <pc:sldMk cId="1464284470" sldId="2564"/>
            <ac:spMk id="5" creationId="{D67CF53D-D59F-2A23-A7A0-FE9F491EA756}"/>
          </ac:spMkLst>
        </pc:spChg>
        <pc:spChg chg="mod">
          <ac:chgData name="" userId="" providerId="" clId="Web-{E951575C-F68F-4E6F-B5B8-92950C066199}" dt="2026-03-04T01:19:02.216" v="1" actId="34807"/>
          <ac:spMkLst>
            <pc:docMk/>
            <pc:sldMk cId="1464284470" sldId="2564"/>
            <ac:spMk id="6" creationId="{01399059-8498-0532-7A14-460240CB6004}"/>
          </ac:spMkLst>
        </pc:spChg>
        <pc:spChg chg="mod">
          <ac:chgData name="" userId="" providerId="" clId="Web-{E951575C-F68F-4E6F-B5B8-92950C066199}" dt="2026-03-04T01:19:02.216" v="1" actId="34807"/>
          <ac:spMkLst>
            <pc:docMk/>
            <pc:sldMk cId="1464284470" sldId="2564"/>
            <ac:spMk id="7" creationId="{078184B4-8009-03B9-D5D4-BAC98BB14587}"/>
          </ac:spMkLst>
        </pc:spChg>
        <pc:picChg chg="mod">
          <ac:chgData name="" userId="" providerId="" clId="Web-{E951575C-F68F-4E6F-B5B8-92950C066199}" dt="2026-03-04T01:19:02.216" v="1" actId="34807"/>
          <ac:picMkLst>
            <pc:docMk/>
            <pc:sldMk cId="1464284470" sldId="2564"/>
            <ac:picMk id="8" creationId="{F138F5F6-4DA2-4401-81B9-2992D8728DB4}"/>
          </ac:picMkLst>
        </pc:picChg>
      </pc:sldChg>
      <pc:sldChg chg="modSp add mod modTransition modClrScheme addAnim chgLayout">
        <pc:chgData name="" userId="" providerId="" clId="Web-{E951575C-F68F-4E6F-B5B8-92950C066199}" dt="2026-03-04T01:19:02.216" v="8" actId="34807"/>
        <pc:sldMkLst>
          <pc:docMk/>
          <pc:sldMk cId="3671685118" sldId="2565"/>
        </pc:sldMkLst>
        <pc:spChg chg="mod">
          <ac:chgData name="" userId="" providerId="" clId="Web-{E951575C-F68F-4E6F-B5B8-92950C066199}" dt="2026-03-04T01:19:02.216" v="1" actId="34807"/>
          <ac:spMkLst>
            <pc:docMk/>
            <pc:sldMk cId="3671685118" sldId="2565"/>
            <ac:spMk id="2" creationId="{1F8C2034-B321-B054-AE0D-9B34BA279BE5}"/>
          </ac:spMkLst>
        </pc:spChg>
        <pc:spChg chg="mod">
          <ac:chgData name="" userId="" providerId="" clId="Web-{E951575C-F68F-4E6F-B5B8-92950C066199}" dt="2026-03-04T01:19:02.216" v="1" actId="34807"/>
          <ac:spMkLst>
            <pc:docMk/>
            <pc:sldMk cId="3671685118" sldId="2565"/>
            <ac:spMk id="4" creationId="{5740A0A7-4C9A-2AD6-1C92-18F34BCF2E42}"/>
          </ac:spMkLst>
        </pc:spChg>
        <pc:spChg chg="mod">
          <ac:chgData name="" userId="" providerId="" clId="Web-{E951575C-F68F-4E6F-B5B8-92950C066199}" dt="2026-03-04T01:19:02.216" v="1" actId="34807"/>
          <ac:spMkLst>
            <pc:docMk/>
            <pc:sldMk cId="3671685118" sldId="2565"/>
            <ac:spMk id="5" creationId="{FA064388-29F8-881E-A772-4119F4E58E23}"/>
          </ac:spMkLst>
        </pc:spChg>
        <pc:spChg chg="mod">
          <ac:chgData name="" userId="" providerId="" clId="Web-{E951575C-F68F-4E6F-B5B8-92950C066199}" dt="2026-03-04T01:19:02.216" v="1" actId="34807"/>
          <ac:spMkLst>
            <pc:docMk/>
            <pc:sldMk cId="3671685118" sldId="2565"/>
            <ac:spMk id="6" creationId="{615F961D-6873-CDA7-A151-3F9EC0B366CD}"/>
          </ac:spMkLst>
        </pc:spChg>
        <pc:spChg chg="mod">
          <ac:chgData name="" userId="" providerId="" clId="Web-{E951575C-F68F-4E6F-B5B8-92950C066199}" dt="2026-03-04T01:19:02.216" v="1" actId="34807"/>
          <ac:spMkLst>
            <pc:docMk/>
            <pc:sldMk cId="3671685118" sldId="2565"/>
            <ac:spMk id="7" creationId="{FBC710B8-D20A-8DF0-9848-CBBAE4C80A28}"/>
          </ac:spMkLst>
        </pc:spChg>
        <pc:picChg chg="mod">
          <ac:chgData name="" userId="" providerId="" clId="Web-{E951575C-F68F-4E6F-B5B8-92950C066199}" dt="2026-03-04T01:19:02.216" v="1" actId="34807"/>
          <ac:picMkLst>
            <pc:docMk/>
            <pc:sldMk cId="3671685118" sldId="2565"/>
            <ac:picMk id="8" creationId="{909685F0-CC02-4392-B2E9-DA11DF682537}"/>
          </ac:picMkLst>
        </pc:picChg>
      </pc:sldChg>
      <pc:sldChg chg="modSp add mod modTransition modClrScheme addAnim chgLayout">
        <pc:chgData name="" userId="" providerId="" clId="Web-{E951575C-F68F-4E6F-B5B8-92950C066199}" dt="2026-03-04T01:19:02.216" v="9" actId="34807"/>
        <pc:sldMkLst>
          <pc:docMk/>
          <pc:sldMk cId="994106733" sldId="2566"/>
        </pc:sldMkLst>
        <pc:spChg chg="mod">
          <ac:chgData name="" userId="" providerId="" clId="Web-{E951575C-F68F-4E6F-B5B8-92950C066199}" dt="2026-03-04T01:19:02.216" v="1" actId="34807"/>
          <ac:spMkLst>
            <pc:docMk/>
            <pc:sldMk cId="994106733" sldId="2566"/>
            <ac:spMk id="2" creationId="{F504E107-64BE-25D6-D37C-2C8AE08662A9}"/>
          </ac:spMkLst>
        </pc:spChg>
        <pc:spChg chg="mod">
          <ac:chgData name="" userId="" providerId="" clId="Web-{E951575C-F68F-4E6F-B5B8-92950C066199}" dt="2026-03-04T01:19:02.216" v="1" actId="34807"/>
          <ac:spMkLst>
            <pc:docMk/>
            <pc:sldMk cId="994106733" sldId="2566"/>
            <ac:spMk id="4" creationId="{4C535121-174C-EFFF-FE1D-A4298A46818D}"/>
          </ac:spMkLst>
        </pc:spChg>
        <pc:spChg chg="mod">
          <ac:chgData name="" userId="" providerId="" clId="Web-{E951575C-F68F-4E6F-B5B8-92950C066199}" dt="2026-03-04T01:19:02.216" v="1" actId="34807"/>
          <ac:spMkLst>
            <pc:docMk/>
            <pc:sldMk cId="994106733" sldId="2566"/>
            <ac:spMk id="5" creationId="{EC76027D-664F-0C98-4219-EF6A25CB0FF1}"/>
          </ac:spMkLst>
        </pc:spChg>
        <pc:spChg chg="mod">
          <ac:chgData name="" userId="" providerId="" clId="Web-{E951575C-F68F-4E6F-B5B8-92950C066199}" dt="2026-03-04T01:19:02.216" v="1" actId="34807"/>
          <ac:spMkLst>
            <pc:docMk/>
            <pc:sldMk cId="994106733" sldId="2566"/>
            <ac:spMk id="6" creationId="{423C263D-8B83-AAFA-9DFA-AF4816369D2A}"/>
          </ac:spMkLst>
        </pc:spChg>
      </pc:sldChg>
      <pc:sldChg chg="modSp add mod modTransition modClrScheme addAnim chgLayout">
        <pc:chgData name="" userId="" providerId="" clId="Web-{E951575C-F68F-4E6F-B5B8-92950C066199}" dt="2026-03-04T01:19:02.216" v="10" actId="34807"/>
        <pc:sldMkLst>
          <pc:docMk/>
          <pc:sldMk cId="180954582" sldId="2567"/>
        </pc:sldMkLst>
        <pc:spChg chg="mod">
          <ac:chgData name="" userId="" providerId="" clId="Web-{E951575C-F68F-4E6F-B5B8-92950C066199}" dt="2026-03-04T01:19:02.216" v="1" actId="34807"/>
          <ac:spMkLst>
            <pc:docMk/>
            <pc:sldMk cId="180954582" sldId="2567"/>
            <ac:spMk id="2" creationId="{2B3547D1-90ED-982A-B0BA-4C5DD35038C4}"/>
          </ac:spMkLst>
        </pc:spChg>
        <pc:spChg chg="mod">
          <ac:chgData name="" userId="" providerId="" clId="Web-{E951575C-F68F-4E6F-B5B8-92950C066199}" dt="2026-03-04T01:19:02.216" v="1" actId="34807"/>
          <ac:spMkLst>
            <pc:docMk/>
            <pc:sldMk cId="180954582" sldId="2567"/>
            <ac:spMk id="4" creationId="{1E9191EF-169C-A8FC-0A35-2911058A5211}"/>
          </ac:spMkLst>
        </pc:spChg>
        <pc:spChg chg="mod">
          <ac:chgData name="" userId="" providerId="" clId="Web-{E951575C-F68F-4E6F-B5B8-92950C066199}" dt="2026-03-04T01:19:02.216" v="1" actId="34807"/>
          <ac:spMkLst>
            <pc:docMk/>
            <pc:sldMk cId="180954582" sldId="2567"/>
            <ac:spMk id="5" creationId="{1F895585-2275-B833-1FA8-53204FC73C65}"/>
          </ac:spMkLst>
        </pc:spChg>
        <pc:spChg chg="mod">
          <ac:chgData name="" userId="" providerId="" clId="Web-{E951575C-F68F-4E6F-B5B8-92950C066199}" dt="2026-03-04T01:19:02.216" v="1" actId="34807"/>
          <ac:spMkLst>
            <pc:docMk/>
            <pc:sldMk cId="180954582" sldId="2567"/>
            <ac:spMk id="6" creationId="{2514DEDD-F732-4D2C-F3B1-60B53D4568C7}"/>
          </ac:spMkLst>
        </pc:spChg>
        <pc:spChg chg="mod">
          <ac:chgData name="" userId="" providerId="" clId="Web-{E951575C-F68F-4E6F-B5B8-92950C066199}" dt="2026-03-04T01:19:02.216" v="1" actId="34807"/>
          <ac:spMkLst>
            <pc:docMk/>
            <pc:sldMk cId="180954582" sldId="2567"/>
            <ac:spMk id="7" creationId="{FDD4F792-65E2-3DF1-C3C3-CABD11F8DA4C}"/>
          </ac:spMkLst>
        </pc:spChg>
        <pc:picChg chg="mod">
          <ac:chgData name="" userId="" providerId="" clId="Web-{E951575C-F68F-4E6F-B5B8-92950C066199}" dt="2026-03-04T01:19:02.216" v="1" actId="34807"/>
          <ac:picMkLst>
            <pc:docMk/>
            <pc:sldMk cId="180954582" sldId="2567"/>
            <ac:picMk id="8" creationId="{0FB66C7E-CD9B-4CDB-9AEA-C55F2E3CBAA4}"/>
          </ac:picMkLst>
        </pc:picChg>
      </pc:sldChg>
      <pc:sldChg chg="modSp add mod modTransition modClrScheme addAnim chgLayout">
        <pc:chgData name="" userId="" providerId="" clId="Web-{E951575C-F68F-4E6F-B5B8-92950C066199}" dt="2026-03-04T01:19:02.216" v="11" actId="34807"/>
        <pc:sldMkLst>
          <pc:docMk/>
          <pc:sldMk cId="2489466187" sldId="2568"/>
        </pc:sldMkLst>
        <pc:spChg chg="mod">
          <ac:chgData name="" userId="" providerId="" clId="Web-{E951575C-F68F-4E6F-B5B8-92950C066199}" dt="2026-03-04T01:19:02.216" v="1" actId="34807"/>
          <ac:spMkLst>
            <pc:docMk/>
            <pc:sldMk cId="2489466187" sldId="2568"/>
            <ac:spMk id="2" creationId="{D192A0DA-A71B-8F84-7AB8-82230DEBDE5C}"/>
          </ac:spMkLst>
        </pc:spChg>
        <pc:spChg chg="mod">
          <ac:chgData name="" userId="" providerId="" clId="Web-{E951575C-F68F-4E6F-B5B8-92950C066199}" dt="2026-03-04T01:19:02.216" v="1" actId="34807"/>
          <ac:spMkLst>
            <pc:docMk/>
            <pc:sldMk cId="2489466187" sldId="2568"/>
            <ac:spMk id="4" creationId="{30B631FA-7C03-ECD4-41EB-52A50515738C}"/>
          </ac:spMkLst>
        </pc:spChg>
        <pc:spChg chg="mod">
          <ac:chgData name="" userId="" providerId="" clId="Web-{E951575C-F68F-4E6F-B5B8-92950C066199}" dt="2026-03-04T01:19:02.216" v="1" actId="34807"/>
          <ac:spMkLst>
            <pc:docMk/>
            <pc:sldMk cId="2489466187" sldId="2568"/>
            <ac:spMk id="5" creationId="{D5D1A17F-D790-4998-ABDE-B170E82FFF70}"/>
          </ac:spMkLst>
        </pc:spChg>
        <pc:spChg chg="mod">
          <ac:chgData name="" userId="" providerId="" clId="Web-{E951575C-F68F-4E6F-B5B8-92950C066199}" dt="2026-03-04T01:19:02.216" v="1" actId="34807"/>
          <ac:spMkLst>
            <pc:docMk/>
            <pc:sldMk cId="2489466187" sldId="2568"/>
            <ac:spMk id="6" creationId="{073E6148-1E11-A0C5-4299-DAC10F4F9DA3}"/>
          </ac:spMkLst>
        </pc:spChg>
        <pc:spChg chg="mod">
          <ac:chgData name="" userId="" providerId="" clId="Web-{E951575C-F68F-4E6F-B5B8-92950C066199}" dt="2026-03-04T01:19:02.216" v="1" actId="34807"/>
          <ac:spMkLst>
            <pc:docMk/>
            <pc:sldMk cId="2489466187" sldId="2568"/>
            <ac:spMk id="7" creationId="{25DA9727-45AC-ACEE-490A-6FA584CC3452}"/>
          </ac:spMkLst>
        </pc:spChg>
        <pc:picChg chg="mod">
          <ac:chgData name="" userId="" providerId="" clId="Web-{E951575C-F68F-4E6F-B5B8-92950C066199}" dt="2026-03-04T01:19:02.216" v="1" actId="34807"/>
          <ac:picMkLst>
            <pc:docMk/>
            <pc:sldMk cId="2489466187" sldId="2568"/>
            <ac:picMk id="8" creationId="{97BE13D5-EFCE-4CAC-BF5A-A444194F7157}"/>
          </ac:picMkLst>
        </pc:picChg>
      </pc:sldChg>
      <pc:sldChg chg="modSp add mod modTransition modClrScheme addAnim chgLayout">
        <pc:chgData name="" userId="" providerId="" clId="Web-{E951575C-F68F-4E6F-B5B8-92950C066199}" dt="2026-03-04T01:19:02.216" v="12" actId="34807"/>
        <pc:sldMkLst>
          <pc:docMk/>
          <pc:sldMk cId="1545456005" sldId="2569"/>
        </pc:sldMkLst>
        <pc:spChg chg="mod">
          <ac:chgData name="" userId="" providerId="" clId="Web-{E951575C-F68F-4E6F-B5B8-92950C066199}" dt="2026-03-04T01:19:02.216" v="1" actId="34807"/>
          <ac:spMkLst>
            <pc:docMk/>
            <pc:sldMk cId="1545456005" sldId="2569"/>
            <ac:spMk id="2" creationId="{C002A859-7B35-9C69-BEE5-01BC7952251F}"/>
          </ac:spMkLst>
        </pc:spChg>
        <pc:spChg chg="mod">
          <ac:chgData name="" userId="" providerId="" clId="Web-{E951575C-F68F-4E6F-B5B8-92950C066199}" dt="2026-03-04T01:19:02.216" v="1" actId="34807"/>
          <ac:spMkLst>
            <pc:docMk/>
            <pc:sldMk cId="1545456005" sldId="2569"/>
            <ac:spMk id="4" creationId="{68BF202E-FDBD-6B77-C824-010371FC2256}"/>
          </ac:spMkLst>
        </pc:spChg>
        <pc:spChg chg="mod">
          <ac:chgData name="" userId="" providerId="" clId="Web-{E951575C-F68F-4E6F-B5B8-92950C066199}" dt="2026-03-04T01:19:02.216" v="1" actId="34807"/>
          <ac:spMkLst>
            <pc:docMk/>
            <pc:sldMk cId="1545456005" sldId="2569"/>
            <ac:spMk id="5" creationId="{C1078D01-D5AC-A9A2-30EA-5BFD527649DD}"/>
          </ac:spMkLst>
        </pc:spChg>
        <pc:spChg chg="mod">
          <ac:chgData name="" userId="" providerId="" clId="Web-{E951575C-F68F-4E6F-B5B8-92950C066199}" dt="2026-03-04T01:19:02.216" v="1" actId="34807"/>
          <ac:spMkLst>
            <pc:docMk/>
            <pc:sldMk cId="1545456005" sldId="2569"/>
            <ac:spMk id="6" creationId="{44429660-4AF7-F3AC-2866-0A9A7EA0EFB8}"/>
          </ac:spMkLst>
        </pc:spChg>
      </pc:sldChg>
      <pc:sldChg chg="modSp add mod modTransition modClrScheme addAnim chgLayout">
        <pc:chgData name="" userId="" providerId="" clId="Web-{E951575C-F68F-4E6F-B5B8-92950C066199}" dt="2026-03-04T01:19:02.216" v="13" actId="34807"/>
        <pc:sldMkLst>
          <pc:docMk/>
          <pc:sldMk cId="1119064853" sldId="2570"/>
        </pc:sldMkLst>
        <pc:spChg chg="mod">
          <ac:chgData name="" userId="" providerId="" clId="Web-{E951575C-F68F-4E6F-B5B8-92950C066199}" dt="2026-03-04T01:19:02.216" v="1" actId="34807"/>
          <ac:spMkLst>
            <pc:docMk/>
            <pc:sldMk cId="1119064853" sldId="2570"/>
            <ac:spMk id="2" creationId="{B665FC02-768F-1AAC-3510-709D0DEF18DA}"/>
          </ac:spMkLst>
        </pc:spChg>
        <pc:spChg chg="mod">
          <ac:chgData name="" userId="" providerId="" clId="Web-{E951575C-F68F-4E6F-B5B8-92950C066199}" dt="2026-03-04T01:19:02.216" v="1" actId="34807"/>
          <ac:spMkLst>
            <pc:docMk/>
            <pc:sldMk cId="1119064853" sldId="2570"/>
            <ac:spMk id="4" creationId="{2250468D-32EF-B8DF-4B93-06CCD46BA596}"/>
          </ac:spMkLst>
        </pc:spChg>
        <pc:spChg chg="mod">
          <ac:chgData name="" userId="" providerId="" clId="Web-{E951575C-F68F-4E6F-B5B8-92950C066199}" dt="2026-03-04T01:19:02.216" v="1" actId="34807"/>
          <ac:spMkLst>
            <pc:docMk/>
            <pc:sldMk cId="1119064853" sldId="2570"/>
            <ac:spMk id="5" creationId="{86F9C170-5DA3-4BAF-0E2A-069FE52B8A39}"/>
          </ac:spMkLst>
        </pc:spChg>
        <pc:spChg chg="mod">
          <ac:chgData name="" userId="" providerId="" clId="Web-{E951575C-F68F-4E6F-B5B8-92950C066199}" dt="2026-03-04T01:19:02.216" v="1" actId="34807"/>
          <ac:spMkLst>
            <pc:docMk/>
            <pc:sldMk cId="1119064853" sldId="2570"/>
            <ac:spMk id="6" creationId="{83B49A8C-C6C5-658D-F12D-7AE17A44752B}"/>
          </ac:spMkLst>
        </pc:spChg>
        <pc:spChg chg="mod">
          <ac:chgData name="" userId="" providerId="" clId="Web-{E951575C-F68F-4E6F-B5B8-92950C066199}" dt="2026-03-04T01:19:02.216" v="1" actId="34807"/>
          <ac:spMkLst>
            <pc:docMk/>
            <pc:sldMk cId="1119064853" sldId="2570"/>
            <ac:spMk id="7" creationId="{8E3BD533-A4E5-E062-C156-B4533180E170}"/>
          </ac:spMkLst>
        </pc:spChg>
        <pc:picChg chg="mod">
          <ac:chgData name="" userId="" providerId="" clId="Web-{E951575C-F68F-4E6F-B5B8-92950C066199}" dt="2026-03-04T01:19:02.216" v="1" actId="34807"/>
          <ac:picMkLst>
            <pc:docMk/>
            <pc:sldMk cId="1119064853" sldId="2570"/>
            <ac:picMk id="8" creationId="{969FBE32-1117-4AE6-A353-D2CD8D5F01D1}"/>
          </ac:picMkLst>
        </pc:picChg>
      </pc:sldChg>
      <pc:sldChg chg="modSp add mod modTransition modClrScheme addAnim chgLayout">
        <pc:chgData name="" userId="" providerId="" clId="Web-{E951575C-F68F-4E6F-B5B8-92950C066199}" dt="2026-03-04T01:19:02.232" v="14" actId="34807"/>
        <pc:sldMkLst>
          <pc:docMk/>
          <pc:sldMk cId="3884584945" sldId="2571"/>
        </pc:sldMkLst>
        <pc:spChg chg="mod">
          <ac:chgData name="" userId="" providerId="" clId="Web-{E951575C-F68F-4E6F-B5B8-92950C066199}" dt="2026-03-04T01:19:02.216" v="1" actId="34807"/>
          <ac:spMkLst>
            <pc:docMk/>
            <pc:sldMk cId="3884584945" sldId="2571"/>
            <ac:spMk id="2" creationId="{BE1D199D-AC97-C2C8-5EC0-A5031277EF0E}"/>
          </ac:spMkLst>
        </pc:spChg>
        <pc:spChg chg="mod">
          <ac:chgData name="" userId="" providerId="" clId="Web-{E951575C-F68F-4E6F-B5B8-92950C066199}" dt="2026-03-04T01:19:02.216" v="1" actId="34807"/>
          <ac:spMkLst>
            <pc:docMk/>
            <pc:sldMk cId="3884584945" sldId="2571"/>
            <ac:spMk id="4" creationId="{7C9ED183-AE1B-58BA-CEA2-4260FF35BFB0}"/>
          </ac:spMkLst>
        </pc:spChg>
        <pc:spChg chg="mod">
          <ac:chgData name="" userId="" providerId="" clId="Web-{E951575C-F68F-4E6F-B5B8-92950C066199}" dt="2026-03-04T01:19:02.216" v="1" actId="34807"/>
          <ac:spMkLst>
            <pc:docMk/>
            <pc:sldMk cId="3884584945" sldId="2571"/>
            <ac:spMk id="5" creationId="{3E5CE3DC-7C63-1415-CD16-F49E22D96CED}"/>
          </ac:spMkLst>
        </pc:spChg>
        <pc:spChg chg="mod">
          <ac:chgData name="" userId="" providerId="" clId="Web-{E951575C-F68F-4E6F-B5B8-92950C066199}" dt="2026-03-04T01:19:02.216" v="1" actId="34807"/>
          <ac:spMkLst>
            <pc:docMk/>
            <pc:sldMk cId="3884584945" sldId="2571"/>
            <ac:spMk id="6" creationId="{47661F92-38F9-75AA-0BDD-25D881435F94}"/>
          </ac:spMkLst>
        </pc:spChg>
        <pc:spChg chg="mod">
          <ac:chgData name="" userId="" providerId="" clId="Web-{E951575C-F68F-4E6F-B5B8-92950C066199}" dt="2026-03-04T01:19:02.216" v="1" actId="34807"/>
          <ac:spMkLst>
            <pc:docMk/>
            <pc:sldMk cId="3884584945" sldId="2571"/>
            <ac:spMk id="7" creationId="{54C851BF-EBD7-0585-9DAA-3B27E91654E1}"/>
          </ac:spMkLst>
        </pc:spChg>
        <pc:picChg chg="mod">
          <ac:chgData name="" userId="" providerId="" clId="Web-{E951575C-F68F-4E6F-B5B8-92950C066199}" dt="2026-03-04T01:19:02.216" v="1" actId="34807"/>
          <ac:picMkLst>
            <pc:docMk/>
            <pc:sldMk cId="3884584945" sldId="2571"/>
            <ac:picMk id="8" creationId="{0398466B-92E8-49DB-B7C3-854D1FB09626}"/>
          </ac:picMkLst>
        </pc:picChg>
      </pc:sldChg>
      <pc:sldChg chg="modSp add mod modTransition modClrScheme addAnim chgLayout">
        <pc:chgData name="" userId="" providerId="" clId="Web-{E951575C-F68F-4E6F-B5B8-92950C066199}" dt="2026-03-04T01:19:02.232" v="15" actId="34807"/>
        <pc:sldMkLst>
          <pc:docMk/>
          <pc:sldMk cId="3401500382" sldId="2572"/>
        </pc:sldMkLst>
        <pc:spChg chg="mod">
          <ac:chgData name="" userId="" providerId="" clId="Web-{E951575C-F68F-4E6F-B5B8-92950C066199}" dt="2026-03-04T01:19:02.216" v="1" actId="34807"/>
          <ac:spMkLst>
            <pc:docMk/>
            <pc:sldMk cId="3401500382" sldId="2572"/>
            <ac:spMk id="2" creationId="{C9A947D2-A671-4260-C359-9E38B68969A1}"/>
          </ac:spMkLst>
        </pc:spChg>
        <pc:spChg chg="mod">
          <ac:chgData name="" userId="" providerId="" clId="Web-{E951575C-F68F-4E6F-B5B8-92950C066199}" dt="2026-03-04T01:19:02.216" v="1" actId="34807"/>
          <ac:spMkLst>
            <pc:docMk/>
            <pc:sldMk cId="3401500382" sldId="2572"/>
            <ac:spMk id="4" creationId="{E5E7C316-7462-C162-AA79-02A790D4F7D7}"/>
          </ac:spMkLst>
        </pc:spChg>
        <pc:spChg chg="mod">
          <ac:chgData name="" userId="" providerId="" clId="Web-{E951575C-F68F-4E6F-B5B8-92950C066199}" dt="2026-03-04T01:19:02.216" v="1" actId="34807"/>
          <ac:spMkLst>
            <pc:docMk/>
            <pc:sldMk cId="3401500382" sldId="2572"/>
            <ac:spMk id="5" creationId="{D8115DA7-CA99-E500-FB71-990D1E79C099}"/>
          </ac:spMkLst>
        </pc:spChg>
        <pc:spChg chg="mod">
          <ac:chgData name="" userId="" providerId="" clId="Web-{E951575C-F68F-4E6F-B5B8-92950C066199}" dt="2026-03-04T01:19:02.216" v="1" actId="34807"/>
          <ac:spMkLst>
            <pc:docMk/>
            <pc:sldMk cId="3401500382" sldId="2572"/>
            <ac:spMk id="6" creationId="{2AC9D0AF-2671-A44C-40D6-C0EC4AA54B3A}"/>
          </ac:spMkLst>
        </pc:spChg>
      </pc:sldChg>
      <pc:sldChg chg="modSp add mod modTransition modClrScheme addAnim chgLayout">
        <pc:chgData name="" userId="" providerId="" clId="Web-{E951575C-F68F-4E6F-B5B8-92950C066199}" dt="2026-03-04T01:19:02.232" v="16" actId="34807"/>
        <pc:sldMkLst>
          <pc:docMk/>
          <pc:sldMk cId="1856894086" sldId="2573"/>
        </pc:sldMkLst>
        <pc:spChg chg="mod">
          <ac:chgData name="" userId="" providerId="" clId="Web-{E951575C-F68F-4E6F-B5B8-92950C066199}" dt="2026-03-04T01:19:02.216" v="1" actId="34807"/>
          <ac:spMkLst>
            <pc:docMk/>
            <pc:sldMk cId="1856894086" sldId="2573"/>
            <ac:spMk id="2" creationId="{4A3BB362-1F57-9EB6-0748-56260170CB9C}"/>
          </ac:spMkLst>
        </pc:spChg>
        <pc:spChg chg="mod">
          <ac:chgData name="" userId="" providerId="" clId="Web-{E951575C-F68F-4E6F-B5B8-92950C066199}" dt="2026-03-04T01:19:02.216" v="1" actId="34807"/>
          <ac:spMkLst>
            <pc:docMk/>
            <pc:sldMk cId="1856894086" sldId="2573"/>
            <ac:spMk id="4" creationId="{9CE94D67-EFFE-B3C2-A6AD-EFC6BF586061}"/>
          </ac:spMkLst>
        </pc:spChg>
        <pc:spChg chg="mod">
          <ac:chgData name="" userId="" providerId="" clId="Web-{E951575C-F68F-4E6F-B5B8-92950C066199}" dt="2026-03-04T01:19:02.216" v="1" actId="34807"/>
          <ac:spMkLst>
            <pc:docMk/>
            <pc:sldMk cId="1856894086" sldId="2573"/>
            <ac:spMk id="5" creationId="{796E8585-153A-AFD4-D8A8-B6BC4FDB7E72}"/>
          </ac:spMkLst>
        </pc:spChg>
        <pc:spChg chg="mod">
          <ac:chgData name="" userId="" providerId="" clId="Web-{E951575C-F68F-4E6F-B5B8-92950C066199}" dt="2026-03-04T01:19:02.216" v="1" actId="34807"/>
          <ac:spMkLst>
            <pc:docMk/>
            <pc:sldMk cId="1856894086" sldId="2573"/>
            <ac:spMk id="6" creationId="{72F6E9E5-3124-3E7C-0016-8B6EC61B2AE4}"/>
          </ac:spMkLst>
        </pc:spChg>
        <pc:spChg chg="mod">
          <ac:chgData name="" userId="" providerId="" clId="Web-{E951575C-F68F-4E6F-B5B8-92950C066199}" dt="2026-03-04T01:19:02.216" v="1" actId="34807"/>
          <ac:spMkLst>
            <pc:docMk/>
            <pc:sldMk cId="1856894086" sldId="2573"/>
            <ac:spMk id="7" creationId="{7A3F37CA-9754-D368-D887-71CB310C3B52}"/>
          </ac:spMkLst>
        </pc:spChg>
        <pc:picChg chg="mod">
          <ac:chgData name="" userId="" providerId="" clId="Web-{E951575C-F68F-4E6F-B5B8-92950C066199}" dt="2026-03-04T01:19:02.216" v="1" actId="34807"/>
          <ac:picMkLst>
            <pc:docMk/>
            <pc:sldMk cId="1856894086" sldId="2573"/>
            <ac:picMk id="8" creationId="{675243A4-E2F6-44A2-8317-69C60D0444E4}"/>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1612C0-5CFF-42A8-9424-8315F7AC43C9}" type="datetimeFigureOut">
              <a:t>3/4/2026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AE85DF-91BF-4EC6-9EB3-6DEB024ACAB8}" type="slidenum">
              <a:t>‹#›</a:t>
            </a:fld>
            <a:endParaRPr lang="en-US"/>
          </a:p>
        </p:txBody>
      </p:sp>
    </p:spTree>
    <p:extLst>
      <p:ext uri="{BB962C8B-B14F-4D97-AF65-F5344CB8AC3E}">
        <p14:creationId xmlns:p14="http://schemas.microsoft.com/office/powerpoint/2010/main" val="31497421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Nội dung do AI tạo ra có thể không chính xác.
---
</a:t>
            </a:r>
          </a:p>
        </p:txBody>
      </p:sp>
      <p:sp>
        <p:nvSpPr>
          <p:cNvPr id="4" name="Slide Number Placeholder 3"/>
          <p:cNvSpPr>
            <a:spLocks noGrp="1"/>
          </p:cNvSpPr>
          <p:nvPr>
            <p:ph type="sldNum" sz="quarter" idx="5"/>
          </p:nvPr>
        </p:nvSpPr>
        <p:spPr/>
        <p:txBody>
          <a:bodyPr/>
          <a:lstStyle/>
          <a:p>
            <a:fld id="{B6374A46-349B-498C-A204-A143243D036B}" type="slidenum">
              <a:t>1</a:t>
            </a:fld>
            <a:endParaRPr lang="en-US"/>
          </a:p>
        </p:txBody>
      </p:sp>
    </p:spTree>
    <p:extLst>
      <p:ext uri="{BB962C8B-B14F-4D97-AF65-F5344CB8AC3E}">
        <p14:creationId xmlns:p14="http://schemas.microsoft.com/office/powerpoint/2010/main" val="38057421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Trang chiếu này tham chiếu thông tin từ tệp sau: https://amkor-my.sharepoint.com/personal/nguyet_vuthi_amkor_com/_layouts/15/Doc.aspx?sourcedoc=%7B10A90D60-5458-49B1-AAA9-1893392FF987%7D&amp;file=Object_Storage_Presentation.pptx&amp;action=edit&amp;mobileredirect=true
Tổng quan nhu cầu lưu trữ lớn trong kỷ nguyên AI và IoT, Object Storage là gì và cách thức hoạt động, Lợi thế chi phí của Object Storage
</a:t>
            </a:r>
          </a:p>
        </p:txBody>
      </p:sp>
      <p:sp>
        <p:nvSpPr>
          <p:cNvPr id="4" name="Slide Number Placeholder 3"/>
          <p:cNvSpPr>
            <a:spLocks noGrp="1"/>
          </p:cNvSpPr>
          <p:nvPr>
            <p:ph type="sldNum" sz="quarter" idx="5"/>
          </p:nvPr>
        </p:nvSpPr>
        <p:spPr/>
        <p:txBody>
          <a:bodyPr/>
          <a:lstStyle/>
          <a:p>
            <a:fld id="{B6374A46-349B-498C-A204-A143243D036B}" type="slidenum">
              <a:t>2</a:t>
            </a:fld>
            <a:endParaRPr lang="en-US"/>
          </a:p>
        </p:txBody>
      </p:sp>
    </p:spTree>
    <p:extLst>
      <p:ext uri="{BB962C8B-B14F-4D97-AF65-F5344CB8AC3E}">
        <p14:creationId xmlns:p14="http://schemas.microsoft.com/office/powerpoint/2010/main" val="3676462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Trang chiếu này tham chiếu thông tin từ tệp sau: https://amkor-my.sharepoint.com/personal/nguyet_vuthi_amkor_com/_layouts/15/Doc.aspx?sourcedoc=%7B10A90D60-5458-49B1-AAA9-1893392FF987%7D&amp;file=Object_Storage_Presentation.pptx&amp;action=edit&amp;mobileredirect=true
Trong kỷ nguyên bùng nổ dữ liệu do AI, IoT, camera giám sát và các ứng dụng phân tích thời gian thực, nhu cầu lưu trữ dung lượng lớn với chi phí tối ưu trở thành yêu cầu thiết yếu đối với mọi doanh nghiệp. Sự phát triển của AI tạo ra khối lượng dữ liệu khổng lồ từ các mô hình học máy, dữ liệu huấn luyện, và metadata liên quan, đòi hỏi hệ thống lưu trữ có khả năng mở rộng nhanh chóng mà không làm tăng chi phí vượt kiểm soát. Song song đó, IoT với hàng tỷ thiết bị kết nối liên tục phát sinh dữ liệu cảm biến theo thời gian thực, thúc đẩy nhu cầu lưu trữ mang tính tuần tự, ổn định và có khả năng truy cập linh hoạt. Các công nghệ truyền thống như file storage và block storage trở nên khó đáp ứng khi dung lượng tăng cao và yêu cầu mở rộng linh hoạt trở nên cấp bách. Object Storage giúp giải quyết bài toán này nhờ khả năng lưu trữ dựa trên cấu trúc phẳng, không phân cấp thư mục, cho phép mở rộng hiệu quả theo mô hình scale-out. Bên cạnh đó, chi phí đầu tư thấp do tận dụng hiệu quả ổ cứng dung lượng lớn khiến Object Storage trở thành giải pháp lý tưởng cho doanh nghiệp muốn tối ưu ngân sách. Doanh nghiệp trong các lĩnh vực khác nhau như sản xuất, logistics, y tế, truyền thông và cloud service provider đều có thể hưởng lợi từ kiến trúc lưu trữ này nhờ khả năng đáp ứng nhiều kiểu workload khác nhau. Điều này giúp các tổ chức duy trì khả năng tăng trưởng dữ liệu một cách linh hoạt mà không phải thay đổi toàn bộ hệ thống lưu trữ. Đặc biệt, các mô hình AI yêu cầu khả năng lưu trữ dữ liệu dài hạn và truy cập hiệu quả cho các pipeline huấn luyện và suy luận, càng củng cố vai trò của Object Storage như nền tảng lưu trữ chiến lược.
</a:t>
            </a:r>
          </a:p>
        </p:txBody>
      </p:sp>
      <p:sp>
        <p:nvSpPr>
          <p:cNvPr id="4" name="Slide Number Placeholder 3"/>
          <p:cNvSpPr>
            <a:spLocks noGrp="1"/>
          </p:cNvSpPr>
          <p:nvPr>
            <p:ph type="sldNum" sz="quarter" idx="5"/>
          </p:nvPr>
        </p:nvSpPr>
        <p:spPr/>
        <p:txBody>
          <a:bodyPr/>
          <a:lstStyle/>
          <a:p>
            <a:fld id="{B6374A46-349B-498C-A204-A143243D036B}" type="slidenum">
              <a:t>3</a:t>
            </a:fld>
            <a:endParaRPr lang="en-US"/>
          </a:p>
        </p:txBody>
      </p:sp>
    </p:spTree>
    <p:extLst>
      <p:ext uri="{BB962C8B-B14F-4D97-AF65-F5344CB8AC3E}">
        <p14:creationId xmlns:p14="http://schemas.microsoft.com/office/powerpoint/2010/main" val="26470900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Trang chiếu này tham chiếu thông tin từ tệp sau: https://amkor-my.sharepoint.com/personal/nguyet_vuthi_amkor_com/_layouts/15/Doc.aspx?sourcedoc=%7B10A90D60-5458-49B1-AAA9-1893392FF987%7D&amp;file=Object_Storage_Presentation.pptx&amp;action=edit&amp;mobileredirect=true
Object Storage là mô hình lưu trữ trong đó dữ liệu được lưu trữ dưới dạng các đối tượng độc lập, bao gồm ba thành phần chính: dữ liệu (data), siêu dữ liệu mô tả (metadata) và mã định danh duy nhất (object ID). Không giống như File Storage vốn sử dụng cấu trúc cây thư mục phân cấp, Object Storage triển khai một không gian tên phẳng (flat namespace), giúp loại bỏ giới hạn phân cấp và cho phép quản lý hàng tỷ đối tượng mà không ảnh hưởng hiệu suất. Chính kiến trúc phi cấu trúc này tạo khả năng mở rộng linh hoạt theo mô hình scale-out, nghĩa là chỉ cần bổ sung thêm các node lưu trữ để tăng dung lượng và hiệu suất mà không làm gián đoạn hệ thống. Các đối tượng được truy cập thông qua API, thường là S3 API, cho phép tích hợp dễ dàng với các ứng dụng hiện đại. Với lượng metadata phong phú, Object Storage cung cấp khả năng tìm kiếm nâng cao, xử lý dữ liệu hiệu quả hơn trong các workload cần phân tích hoặc truy vấn theo nhiều tiêu chí. Điều này đặc biệt hữu ích khi triển khai big data platform, AI pipeline hoặc video analytics. Ngoài ra, Object Storage hỗ trợ tính năng tự động sao chép dữ liệu giữa các node để đảm bảo tính sẵn sàng cao và khả năng chịu lỗi, đồng thời hỗ trợ các lớp lưu trữ linh hoạt để tối ưu chi phí và hiệu năng. Khả năng mở rộng ngang tự nhiên kết hợp với chi phí vận hành thấp khiến Object Storage trở thành lựa chọn phổ biến trong doanh nghiệp hiện đại.
</a:t>
            </a:r>
          </a:p>
        </p:txBody>
      </p:sp>
      <p:sp>
        <p:nvSpPr>
          <p:cNvPr id="4" name="Slide Number Placeholder 3"/>
          <p:cNvSpPr>
            <a:spLocks noGrp="1"/>
          </p:cNvSpPr>
          <p:nvPr>
            <p:ph type="sldNum" sz="quarter" idx="5"/>
          </p:nvPr>
        </p:nvSpPr>
        <p:spPr/>
        <p:txBody>
          <a:bodyPr/>
          <a:lstStyle/>
          <a:p>
            <a:fld id="{B6374A46-349B-498C-A204-A143243D036B}" type="slidenum">
              <a:t>4</a:t>
            </a:fld>
            <a:endParaRPr lang="en-US"/>
          </a:p>
        </p:txBody>
      </p:sp>
    </p:spTree>
    <p:extLst>
      <p:ext uri="{BB962C8B-B14F-4D97-AF65-F5344CB8AC3E}">
        <p14:creationId xmlns:p14="http://schemas.microsoft.com/office/powerpoint/2010/main" val="18283650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Trang chiếu này tham chiếu thông tin từ tệp sau: https://amkor-my.sharepoint.com/personal/nguyet_vuthi_amkor_com/_layouts/15/Doc.aspx?sourcedoc=%7B10A90D60-5458-49B1-AAA9-1893392FF987%7D&amp;file=Object_Storage_Presentation.pptx&amp;action=edit&amp;mobileredirect=true
Object Storage được đánh giá là giải pháp tiết kiệm chi phí nhờ khả năng tận dụng ổ cứng dung lượng lớn (HDD) làm nền tảng lưu trữ chủ đạo. Theo khảo sát từ thị trường lưu trữ năm 2026, dữ liệu doanh nghiệp sẽ tiếp tục tăng trưởng mạnh do AI và IoT, dẫn đến nhu cầu lưu trữ ngày càng lớn và liên tục. Sử dụng HDD cho phép doanh nghiệp đạt được mức chi phí trên mỗi terabyte thấp hơn so với SSD, trong khi Object Storage bổ sung khả năng mở rộng quy mô lớn theo mô hình scale-out. Điều này giúp tổng chi phí sở hữu (TCO) giảm đáng kể so với các hệ thống lưu trữ file hoặc block truyền thống. Ngoài ra, Object Storage giảm được các chi phí phát sinh do giới hạn kỹ thuật, như chi phí mở rộng hệ thống, chi phí nâng cấp phần cứng hoặc chi phí downtime khi phải thay đổi kiến trúc. Cùng với khả năng sử dụng lớp lưu trữ phân cấp, dữ liệu ít truy cập có thể được chuyển sang lớp lưu trữ rẻ hơn mà không cần thao tác thủ công. Bên cạnh đó, Object Storage còn hỗ trợ cơ chế tối ưu như erasure coding nhằm giảm dung lượng dư thừa so với cơ chế RAID truyền thống nhưng vẫn đảm bảo an toàn dữ liệu cao. Với những yếu tố này, Object Storage trở thành lựa chọn lý tưởng cho doanh nghiệp muốn xử lý khối lượng dữ liệu lớn mà vẫn duy trì ngân sách hợp lý.
</a:t>
            </a:r>
          </a:p>
        </p:txBody>
      </p:sp>
      <p:sp>
        <p:nvSpPr>
          <p:cNvPr id="4" name="Slide Number Placeholder 3"/>
          <p:cNvSpPr>
            <a:spLocks noGrp="1"/>
          </p:cNvSpPr>
          <p:nvPr>
            <p:ph type="sldNum" sz="quarter" idx="5"/>
          </p:nvPr>
        </p:nvSpPr>
        <p:spPr/>
        <p:txBody>
          <a:bodyPr/>
          <a:lstStyle/>
          <a:p>
            <a:fld id="{B6374A46-349B-498C-A204-A143243D036B}" type="slidenum">
              <a:t>5</a:t>
            </a:fld>
            <a:endParaRPr lang="en-US"/>
          </a:p>
        </p:txBody>
      </p:sp>
    </p:spTree>
    <p:extLst>
      <p:ext uri="{BB962C8B-B14F-4D97-AF65-F5344CB8AC3E}">
        <p14:creationId xmlns:p14="http://schemas.microsoft.com/office/powerpoint/2010/main" val="33951530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Trang chiếu này tham chiếu thông tin từ tệp sau: https://amkor-my.sharepoint.com/personal/nguyet_vuthi_amkor_com/_layouts/15/Doc.aspx?sourcedoc=%7B10A90D60-5458-49B1-AAA9-1893392FF987%7D&amp;file=Object_Storage_Presentation.pptx&amp;action=edit&amp;mobileredirect=true,https://us-prod.asyncgw.teams.microsoft.com/v1/objects/0-wus-d11-cae2c96114f3b1a4d09a04d5ce7ee223/views/original/Object_Storage_Presentation.pptx
Ứng dụng trong AI và phân tích dữ liệu, Ứng dụng trong backup, archive và camera
</a:t>
            </a:r>
          </a:p>
        </p:txBody>
      </p:sp>
      <p:sp>
        <p:nvSpPr>
          <p:cNvPr id="4" name="Slide Number Placeholder 3"/>
          <p:cNvSpPr>
            <a:spLocks noGrp="1"/>
          </p:cNvSpPr>
          <p:nvPr>
            <p:ph type="sldNum" sz="quarter" idx="5"/>
          </p:nvPr>
        </p:nvSpPr>
        <p:spPr/>
        <p:txBody>
          <a:bodyPr/>
          <a:lstStyle/>
          <a:p>
            <a:fld id="{B6374A46-349B-498C-A204-A143243D036B}" type="slidenum">
              <a:t>6</a:t>
            </a:fld>
            <a:endParaRPr lang="en-US"/>
          </a:p>
        </p:txBody>
      </p:sp>
    </p:spTree>
    <p:extLst>
      <p:ext uri="{BB962C8B-B14F-4D97-AF65-F5344CB8AC3E}">
        <p14:creationId xmlns:p14="http://schemas.microsoft.com/office/powerpoint/2010/main" val="36736050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Trang chiếu này tham chiếu thông tin từ tệp sau: https://amkor-my.sharepoint.com/personal/nguyet_vuthi_amkor_com/_layouts/15/Doc.aspx?sourcedoc=%7B10A90D60-5458-49B1-AAA9-1893392FF987%7D&amp;file=Object_Storage_Presentation.pptx&amp;action=edit&amp;mobileredirect=true,https://us-prod.asyncgw.teams.microsoft.com/v1/objects/0-wus-d11-cae2c96114f3b1a4d09a04d5ce7ee223/views/original/Object_Storage_Presentation.pptx
Trong lĩnh vực trí tuệ nhân tạo và phân tích dữ liệu, Object Storage đóng vai trò cực kỳ quan trọng nhờ khả năng lưu trữ dữ liệu khổng lồ và cung cấp tốc độ truy cập ổn định cho các pipeline xử lý. Với sự bùng nổ của các mô hình AI đòi hỏi dữ liệu huấn luyện hàng petabyte, Object Storage trở thành nền tảng lưu trữ cơ bản cho việc lưu trữ data lake và training dataset. Hệ thống lưu trữ Object cho phép xử lý song song và phân phối dữ liệu hiệu quả tới các cụm GPU, giảm hiện tượng nghẽn cổ chai trong quá trình huấn luyện. Các doanh nghiệp triển khai big data analytics cũng có thể tận dụng Object Storage để lưu trữ log, dữ liệu cảm biến, hình ảnh, và video trong thời gian dài, hỗ trợ phân tích lịch sử và khai thác dữ liệu nâng cao. Sự tăng trưởng dữ liệu mạnh mẽ trong năm 2026 càng làm nổi bật vai trò của giải pháp này, bởi Object Storage cung cấp dung lượng lớn với chi phí thấp, giúp doanh nghiệp tối ưu chi phí lưu trữ cho các workload AI và machine learning. Khả năng tích hợp API linh hoạt còn giúp Object Storage dễ dàng kết nối với các hệ thống analytics hiện đại như Spark, Hadoop hoặc các nền tảng AI doanh nghiệp. Điều này đảm bảo dữ liệu được lưu trữ an toàn, dễ truy cập, đồng thời tối ưu khả năng mở rộng khi nhu cầu tăng cao.
</a:t>
            </a:r>
          </a:p>
        </p:txBody>
      </p:sp>
      <p:sp>
        <p:nvSpPr>
          <p:cNvPr id="4" name="Slide Number Placeholder 3"/>
          <p:cNvSpPr>
            <a:spLocks noGrp="1"/>
          </p:cNvSpPr>
          <p:nvPr>
            <p:ph type="sldNum" sz="quarter" idx="5"/>
          </p:nvPr>
        </p:nvSpPr>
        <p:spPr/>
        <p:txBody>
          <a:bodyPr/>
          <a:lstStyle/>
          <a:p>
            <a:fld id="{B6374A46-349B-498C-A204-A143243D036B}" type="slidenum">
              <a:t>7</a:t>
            </a:fld>
            <a:endParaRPr lang="en-US"/>
          </a:p>
        </p:txBody>
      </p:sp>
    </p:spTree>
    <p:extLst>
      <p:ext uri="{BB962C8B-B14F-4D97-AF65-F5344CB8AC3E}">
        <p14:creationId xmlns:p14="http://schemas.microsoft.com/office/powerpoint/2010/main" val="40338186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Trang chiếu này tham chiếu thông tin từ tệp sau: https://amkor-my.sharepoint.com/personal/nguyet_vuthi_amkor_com/_layouts/15/Doc.aspx?sourcedoc=%7B10A90D60-5458-49B1-AAA9-1893392FF987%7D&amp;file=Object_Storage_Presentation.pptx&amp;action=edit&amp;mobileredirect=true,https://us-prod.asyncgw.teams.microsoft.com/v1/objects/0-wus-d11-cae2c96114f3b1a4d09a04d5ce7ee223/views/original/Object_Storage_Presentation.pptx
Object Storage là lựa chọn phổ biến cho các hệ thống backup và lưu trữ dài hạn nhờ tính ổn định, chi phí thấp và khả năng mở rộng linh hoạt. Với mô hình không phân cấp thư mục, Object Storage cho phép lưu trữ hàng tỷ đối tượng mà không làm giảm hiệu suất truy cập. Điều này cực kỳ phù hợp cho các giải pháp backup theo mô hình incremental hoặc snapshot-based. Trong lĩnh vực lưu trữ video giám sát, Object Storage giúp doanh nghiệp quản lý lượng lớn video từ hệ thống camera AI, vốn tạo ra dữ liệu liên tục với kích thước khổng lồ. Bên cạnh đó, IoT tạo ra lượng log và dữ liệu cảm biến tăng theo thời gian thực, và Object Storage là mô hình lưu trữ duy nhất có khả năng mở rộng đủ lớn mà không yêu cầu cấu trúc phức tạp. Nhiều tổ chức cũng sử dụng Object Storage cho lưu trữ archive dài hạn, nhờ khả năng tích hợp cơ chế phân cấp dữ liệu giữa các lớp lưu trữ để tối ưu chi phí. Điểm đặc biệt là dữ liệu ít truy cập có thể được “đẩy” xuống các lớp rẻ hơn mà không cần thao tác thủ công. Sự kết hợp giữa khả năng chịu lỗi linh hoạt và chi phí hợp lý khiến Object Storage tiếp tục được triển khai mạnh trong các hệ thống doanh nghiệp yêu cầu độ tin cậy cao.
</a:t>
            </a:r>
          </a:p>
        </p:txBody>
      </p:sp>
      <p:sp>
        <p:nvSpPr>
          <p:cNvPr id="4" name="Slide Number Placeholder 3"/>
          <p:cNvSpPr>
            <a:spLocks noGrp="1"/>
          </p:cNvSpPr>
          <p:nvPr>
            <p:ph type="sldNum" sz="quarter" idx="5"/>
          </p:nvPr>
        </p:nvSpPr>
        <p:spPr/>
        <p:txBody>
          <a:bodyPr/>
          <a:lstStyle/>
          <a:p>
            <a:fld id="{B6374A46-349B-498C-A204-A143243D036B}" type="slidenum">
              <a:t>8</a:t>
            </a:fld>
            <a:endParaRPr lang="en-US"/>
          </a:p>
        </p:txBody>
      </p:sp>
    </p:spTree>
    <p:extLst>
      <p:ext uri="{BB962C8B-B14F-4D97-AF65-F5344CB8AC3E}">
        <p14:creationId xmlns:p14="http://schemas.microsoft.com/office/powerpoint/2010/main" val="17625617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 sánh Object Storage với File và Block Storage, Các nền tảng Object Storage phổ biến hiện nay</a:t>
            </a:r>
          </a:p>
        </p:txBody>
      </p:sp>
      <p:sp>
        <p:nvSpPr>
          <p:cNvPr id="4" name="Slide Number Placeholder 3"/>
          <p:cNvSpPr>
            <a:spLocks noGrp="1"/>
          </p:cNvSpPr>
          <p:nvPr>
            <p:ph type="sldNum" sz="quarter" idx="5"/>
          </p:nvPr>
        </p:nvSpPr>
        <p:spPr/>
        <p:txBody>
          <a:bodyPr/>
          <a:lstStyle/>
          <a:p>
            <a:fld id="{B6374A46-349B-498C-A204-A143243D036B}" type="slidenum">
              <a:t>9</a:t>
            </a:fld>
            <a:endParaRPr lang="en-US"/>
          </a:p>
        </p:txBody>
      </p:sp>
    </p:spTree>
    <p:extLst>
      <p:ext uri="{BB962C8B-B14F-4D97-AF65-F5344CB8AC3E}">
        <p14:creationId xmlns:p14="http://schemas.microsoft.com/office/powerpoint/2010/main" val="15612691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Object Storage khác biệt hoàn toàn so với File Storage và Block Storage trong cách lưu trữ, quản lý và truy cập dữ liệu. Với File Storage, dữ liệu được quản lý theo dạng thư mục phân cấp, phù hợp cho môi trường làm việc văn phòng và chia sẻ file truyền thống nhưng khó mở rộng khi số lượng file tăng quá lớn. Trong khi đó, Block Storage cung cấp hiệu năng cao bằng cách chia dữ liệu thành các block nhỏ, phù hợp cho hệ thống yêu cầu tốc độ ngẫu nhiên nhanh như database hoặc VM. Object Storage vượt trội khi xử lý dữ liệu khổng lồ nhờ kiến trúc phẳng, loại bỏ giới hạn phân cấp và cho phép mở rộng theo chiều ngang, giúp doanh nghiệp lưu trữ hàng tỷ đối tượng với chi phí thấp. Khả năng truy cập qua API thay vì đường dẫn giúp Object Storage linh hoạt hơn cho ứng dụng cloud-native. Bên cạnh đó, metadata phong phú giúp việc phân loại và truy vấn dữ liệu hiệu quả hơn so với hai mô hình còn lại. Nhìn chung, File Storage phù hợp cho người dùng cuối, Block Storage phù hợp cho hệ thống giao dịch tốc độ cao, còn Object Storage là giải pháp tối ưu cho các workload dữ liệu lớn, backup, AI, IoT, analytics và video.</a:t>
            </a:r>
          </a:p>
        </p:txBody>
      </p:sp>
      <p:sp>
        <p:nvSpPr>
          <p:cNvPr id="4" name="Slide Number Placeholder 3"/>
          <p:cNvSpPr>
            <a:spLocks noGrp="1"/>
          </p:cNvSpPr>
          <p:nvPr>
            <p:ph type="sldNum" sz="quarter" idx="5"/>
          </p:nvPr>
        </p:nvSpPr>
        <p:spPr/>
        <p:txBody>
          <a:bodyPr/>
          <a:lstStyle/>
          <a:p>
            <a:fld id="{B6374A46-349B-498C-A204-A143243D036B}" type="slidenum">
              <a:t>10</a:t>
            </a:fld>
            <a:endParaRPr lang="en-US"/>
          </a:p>
        </p:txBody>
      </p:sp>
    </p:spTree>
    <p:extLst>
      <p:ext uri="{BB962C8B-B14F-4D97-AF65-F5344CB8AC3E}">
        <p14:creationId xmlns:p14="http://schemas.microsoft.com/office/powerpoint/2010/main" val="13217286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Hệ sinh thái Object Storage rất phong phú, với nhiều nền tảng từ mã nguồn mở đến dịch vụ cloud và giải pháp doanh nghiệp. Một số giải pháp phổ biến nhất bao gồm Amazon S3, được xem là tiêu chuẩn vàng cho giao diện API lưu trữ đối tượng. Azure Blob Storage và Google Cloud Storage cũng là những nền tảng hàng đầu trong lĩnh vực điện toán đám mây. Đối với môi trường on-premises hoặc hybrid cloud, Ceph và MinIO là những giải pháp mạnh mẽ, hỗ trợ linh hoạt cho doanh nghiệp tự xây dựng hạ tầng object storage. Ngoài ra, các hệ thống doanh nghiệp như NetApp StorageGRID mang đến khả năng tích hợp sâu với hệ sinh thái dữ liệu lớn và tối ưu cho quy mô doanh nghiệp. Nhìn chung, các nền tảng này đều chia sẻ ưu điểm chung của Object Storage: mở rộng linh hoạt, chi phí vận hành thấp, tích hợp API mạnh mẽ và khả năng lưu trữ dữ liệu lớn cho nhiều loại workload khác nhau.</a:t>
            </a:r>
          </a:p>
        </p:txBody>
      </p:sp>
      <p:sp>
        <p:nvSpPr>
          <p:cNvPr id="4" name="Slide Number Placeholder 3"/>
          <p:cNvSpPr>
            <a:spLocks noGrp="1"/>
          </p:cNvSpPr>
          <p:nvPr>
            <p:ph type="sldNum" sz="quarter" idx="5"/>
          </p:nvPr>
        </p:nvSpPr>
        <p:spPr/>
        <p:txBody>
          <a:bodyPr/>
          <a:lstStyle/>
          <a:p>
            <a:fld id="{B6374A46-349B-498C-A204-A143243D036B}" type="slidenum">
              <a:t>11</a:t>
            </a:fld>
            <a:endParaRPr lang="en-US"/>
          </a:p>
        </p:txBody>
      </p:sp>
    </p:spTree>
    <p:extLst>
      <p:ext uri="{BB962C8B-B14F-4D97-AF65-F5344CB8AC3E}">
        <p14:creationId xmlns:p14="http://schemas.microsoft.com/office/powerpoint/2010/main" val="42444944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Tổng kết vai trò của Object Storage trong doanh nghiệp hiện đại</a:t>
            </a:r>
          </a:p>
        </p:txBody>
      </p:sp>
      <p:sp>
        <p:nvSpPr>
          <p:cNvPr id="4" name="Slide Number Placeholder 3"/>
          <p:cNvSpPr>
            <a:spLocks noGrp="1"/>
          </p:cNvSpPr>
          <p:nvPr>
            <p:ph type="sldNum" sz="quarter" idx="5"/>
          </p:nvPr>
        </p:nvSpPr>
        <p:spPr/>
        <p:txBody>
          <a:bodyPr/>
          <a:lstStyle/>
          <a:p>
            <a:fld id="{B6374A46-349B-498C-A204-A143243D036B}" type="slidenum">
              <a:t>12</a:t>
            </a:fld>
            <a:endParaRPr lang="en-US"/>
          </a:p>
        </p:txBody>
      </p:sp>
    </p:spTree>
    <p:extLst>
      <p:ext uri="{BB962C8B-B14F-4D97-AF65-F5344CB8AC3E}">
        <p14:creationId xmlns:p14="http://schemas.microsoft.com/office/powerpoint/2010/main" val="22106488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Object Storage đã trở thành giải pháp lưu trữ quan trọng trong các doanh nghiệp hiện đại nhờ khả năng đáp ứng nhu cầu lưu trữ dữ liệu lớn với chi phí hợp lý. Sự bùng nổ dữ liệu trong thời đại AI, IoT và hệ thống camera giám sát đã khiến các mô hình lưu trữ truyền thống trở nên hạn chế về khả năng mở rộng và chi phí. Object Storage giải quyết vấn đề này bằng kiến trúc phẳng, khả năng mở rộng ngang hiệu quả và tích hợp linh hoạt với các ứng dụng cloud-native và hệ thống phân tích. Ngoài ra, Object Storage còn giúp đơn giản hóa quản lý dữ liệu nhờ metadata phong phú và khả năng phân cấp lưu trữ tự động, tối ưu chi phí dài hạn. Với khả năng phục vụ nhiều loại workload khác nhau, từ backup, phân tích dữ liệu, AI cho tới lưu trữ video và log IoT, Object Storage được xem như nền tảng lưu trữ chiến lược của các tổ chức hướng tới chuyển đổi số và mở rộng quy mô dữ liệu. Vì vậy, việc ứng dụng Object Storage không chỉ giải quyết vấn đề kỹ thuật mà còn mang lại lợi thế cạnh tranh trong dài hạn cho doanh nghiệp.</a:t>
            </a:r>
          </a:p>
        </p:txBody>
      </p:sp>
      <p:sp>
        <p:nvSpPr>
          <p:cNvPr id="4" name="Slide Number Placeholder 3"/>
          <p:cNvSpPr>
            <a:spLocks noGrp="1"/>
          </p:cNvSpPr>
          <p:nvPr>
            <p:ph type="sldNum" sz="quarter" idx="5"/>
          </p:nvPr>
        </p:nvSpPr>
        <p:spPr/>
        <p:txBody>
          <a:bodyPr/>
          <a:lstStyle/>
          <a:p>
            <a:fld id="{B6374A46-349B-498C-A204-A143243D036B}" type="slidenum">
              <a:t>13</a:t>
            </a:fld>
            <a:endParaRPr lang="en-US"/>
          </a:p>
        </p:txBody>
      </p:sp>
    </p:spTree>
    <p:extLst>
      <p:ext uri="{BB962C8B-B14F-4D97-AF65-F5344CB8AC3E}">
        <p14:creationId xmlns:p14="http://schemas.microsoft.com/office/powerpoint/2010/main" val="36514863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09CE9-F18C-5020-CF43-5960AFE654F6}"/>
              </a:ext>
            </a:extLst>
          </p:cNvPr>
          <p:cNvSpPr>
            <a:spLocks noGrp="1"/>
          </p:cNvSpPr>
          <p:nvPr>
            <p:ph type="ctrTitle"/>
          </p:nvPr>
        </p:nvSpPr>
        <p:spPr>
          <a:xfrm>
            <a:off x="685800" y="240410"/>
            <a:ext cx="10813067" cy="783835"/>
          </a:xfrm>
        </p:spPr>
        <p:txBody>
          <a:bodyPr vert="horz" lIns="91440" tIns="45720" rIns="91440" bIns="45720" rtlCol="0" anchor="b">
            <a:normAutofit/>
          </a:bodyPr>
          <a:lstStyle>
            <a:lvl1pPr>
              <a:defRPr lang="en-US" sz="3600" dirty="0">
                <a:solidFill>
                  <a:schemeClr val="tx2">
                    <a:alpha val="90000"/>
                  </a:schemeClr>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A16B3AA5-F8D6-AB69-241F-6F8F1DD41E55}"/>
              </a:ext>
            </a:extLst>
          </p:cNvPr>
          <p:cNvSpPr>
            <a:spLocks noGrp="1"/>
          </p:cNvSpPr>
          <p:nvPr>
            <p:ph type="subTitle" idx="1"/>
          </p:nvPr>
        </p:nvSpPr>
        <p:spPr>
          <a:xfrm>
            <a:off x="685800" y="998185"/>
            <a:ext cx="10813067" cy="541508"/>
          </a:xfrm>
        </p:spPr>
        <p:txBody>
          <a:bodyPr vert="horz" lIns="91440" tIns="45720" rIns="91440" bIns="45720" rtlCol="0">
            <a:normAutofit/>
          </a:bodyPr>
          <a:lstStyle>
            <a:lvl1pPr marL="0" indent="0">
              <a:buNone/>
              <a:defRPr lang="en-US" dirty="0"/>
            </a:lvl1pPr>
          </a:lstStyle>
          <a:p>
            <a:pPr lvl="0"/>
            <a:r>
              <a:rPr lang="en-US"/>
              <a:t>Click to edit Master subtitle style</a:t>
            </a:r>
          </a:p>
        </p:txBody>
      </p:sp>
      <p:sp>
        <p:nvSpPr>
          <p:cNvPr id="16" name="Picture Placeholder 15">
            <a:extLst>
              <a:ext uri="{FF2B5EF4-FFF2-40B4-BE49-F238E27FC236}">
                <a16:creationId xmlns:a16="http://schemas.microsoft.com/office/drawing/2014/main" id="{569E8996-63F9-282F-EB89-823A9E405F96}"/>
              </a:ext>
            </a:extLst>
          </p:cNvPr>
          <p:cNvSpPr>
            <a:spLocks noGrp="1"/>
          </p:cNvSpPr>
          <p:nvPr>
            <p:ph type="pic" sz="quarter" idx="13" hasCustomPrompt="1"/>
          </p:nvPr>
        </p:nvSpPr>
        <p:spPr>
          <a:xfrm>
            <a:off x="462974" y="1606318"/>
            <a:ext cx="11268845" cy="4791456"/>
          </a:xfrm>
          <a:blipFill dpi="0" rotWithShape="1">
            <a:blip r:embed="rId2">
              <a:alphaModFix amt="80000"/>
            </a:blip>
            <a:srcRect/>
            <a:stretch>
              <a:fillRect/>
            </a:stretch>
          </a:blipFill>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7AE78127-77D8-DF99-4AE0-F322800B057B}"/>
              </a:ext>
            </a:extLst>
          </p:cNvPr>
          <p:cNvSpPr>
            <a:spLocks noGrp="1"/>
          </p:cNvSpPr>
          <p:nvPr>
            <p:ph type="ftr" sz="quarter" idx="11"/>
          </p:nvPr>
        </p:nvSpPr>
        <p:spPr>
          <a:xfrm>
            <a:off x="640080" y="6445997"/>
            <a:ext cx="3949302" cy="365125"/>
          </a:xfrm>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D2D04168-7304-004B-C2F6-42E38FDC5908}"/>
              </a:ext>
            </a:extLst>
          </p:cNvPr>
          <p:cNvSpPr>
            <a:spLocks noGrp="1"/>
          </p:cNvSpPr>
          <p:nvPr>
            <p:ph type="dt" sz="half" idx="10"/>
          </p:nvPr>
        </p:nvSpPr>
        <p:spPr/>
        <p:txBody>
          <a:bodyPr/>
          <a:lstStyle>
            <a:lvl1pPr>
              <a:defRPr>
                <a:solidFill>
                  <a:schemeClr val="tx2"/>
                </a:solidFill>
              </a:defRPr>
            </a:lvl1pPr>
          </a:lstStyle>
          <a:p>
            <a:fld id="{8B12FF42-78AA-43B7-BE38-617D6A986F75}" type="datetime1">
              <a:rPr lang="en-US" smtClean="0"/>
              <a:t>3/4/2026</a:t>
            </a:fld>
            <a:endParaRPr lang="en-US"/>
          </a:p>
        </p:txBody>
      </p:sp>
      <p:sp>
        <p:nvSpPr>
          <p:cNvPr id="6" name="Slide Number Placeholder 5">
            <a:extLst>
              <a:ext uri="{FF2B5EF4-FFF2-40B4-BE49-F238E27FC236}">
                <a16:creationId xmlns:a16="http://schemas.microsoft.com/office/drawing/2014/main" id="{D7C58464-EE0F-215A-2FA8-F434687B9E7A}"/>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a:p>
        </p:txBody>
      </p:sp>
      <p:cxnSp>
        <p:nvCxnSpPr>
          <p:cNvPr id="7" name="Straight Connector 6">
            <a:extLst>
              <a:ext uri="{FF2B5EF4-FFF2-40B4-BE49-F238E27FC236}">
                <a16:creationId xmlns:a16="http://schemas.microsoft.com/office/drawing/2014/main" id="{FFFC4771-5A22-2E68-AB04-0949D0A15B66}"/>
              </a:ext>
            </a:extLst>
          </p:cNvPr>
          <p:cNvCxnSpPr>
            <a:cxnSpLocks/>
          </p:cNvCxnSpPr>
          <p:nvPr/>
        </p:nvCxnSpPr>
        <p:spPr>
          <a:xfrm flipH="1">
            <a:off x="0" y="159971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AA95C5A-6D75-9E1D-C459-7F2022E84F55}"/>
              </a:ext>
            </a:extLst>
          </p:cNvPr>
          <p:cNvCxnSpPr>
            <a:cxnSpLocks/>
          </p:cNvCxnSpPr>
          <p:nvPr/>
        </p:nvCxnSpPr>
        <p:spPr>
          <a:xfrm>
            <a:off x="457200"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00ED5AC1-9F96-A868-7F45-523BF1A45E7C}"/>
              </a:ext>
            </a:extLst>
          </p:cNvPr>
          <p:cNvCxnSpPr>
            <a:cxnSpLocks/>
          </p:cNvCxnSpPr>
          <p:nvPr/>
        </p:nvCxnSpPr>
        <p:spPr>
          <a:xfrm>
            <a:off x="11734800"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60E1F764-5B01-7711-9CF1-7EA13A629701}"/>
              </a:ext>
            </a:extLst>
          </p:cNvPr>
          <p:cNvCxnSpPr>
            <a:cxnSpLocks/>
          </p:cNvCxnSpPr>
          <p:nvPr/>
        </p:nvCxnSpPr>
        <p:spPr>
          <a:xfrm flipH="1">
            <a:off x="0" y="6396171"/>
            <a:ext cx="12192000" cy="0"/>
          </a:xfrm>
          <a:prstGeom prst="line">
            <a:avLst/>
          </a:prstGeom>
          <a:ln w="9525">
            <a:solidFill>
              <a:schemeClr val="tx2">
                <a:alpha val="3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35976410"/>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685800" y="360221"/>
            <a:ext cx="10515600" cy="1330468"/>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685800" y="2004291"/>
            <a:ext cx="10515600" cy="41726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685800" y="6445997"/>
            <a:ext cx="3949302" cy="365125"/>
          </a:xfrm>
        </p:spPr>
        <p:txBody>
          <a:bodyPr/>
          <a:lstStyle/>
          <a:p>
            <a:r>
              <a:rPr lang="en-US"/>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2F88F8D0-0E9B-4650-859F-69E8A62E8B3F}" type="datetime1">
              <a:rPr lang="en-US" smtClean="0"/>
              <a:t>3/4/2026</a:t>
            </a:fld>
            <a:endParaRPr lang="en-US"/>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a:p>
        </p:txBody>
      </p:sp>
      <p:cxnSp>
        <p:nvCxnSpPr>
          <p:cNvPr id="15" name="Straight Connector 14">
            <a:extLst>
              <a:ext uri="{FF2B5EF4-FFF2-40B4-BE49-F238E27FC236}">
                <a16:creationId xmlns:a16="http://schemas.microsoft.com/office/drawing/2014/main" id="{176D044F-5574-D6D7-2A47-5069E411C22F}"/>
              </a:ext>
            </a:extLst>
          </p:cNvPr>
          <p:cNvCxnSpPr>
            <a:cxnSpLocks/>
          </p:cNvCxnSpPr>
          <p:nvPr/>
        </p:nvCxnSpPr>
        <p:spPr>
          <a:xfrm flipH="1">
            <a:off x="0" y="1825625"/>
            <a:ext cx="12210293"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706187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09CE9-F18C-5020-CF43-5960AFE654F6}"/>
              </a:ext>
            </a:extLst>
          </p:cNvPr>
          <p:cNvSpPr>
            <a:spLocks noGrp="1"/>
          </p:cNvSpPr>
          <p:nvPr>
            <p:ph type="ctrTitle"/>
          </p:nvPr>
        </p:nvSpPr>
        <p:spPr>
          <a:xfrm>
            <a:off x="512724" y="1480212"/>
            <a:ext cx="3918954" cy="2273637"/>
          </a:xfrm>
        </p:spPr>
        <p:txBody>
          <a:bodyPr vert="horz" lIns="91440" tIns="45720" rIns="91440" bIns="45720" rtlCol="0" anchor="b">
            <a:normAutofit/>
          </a:bodyPr>
          <a:lstStyle>
            <a:lvl1pPr algn="ctr">
              <a:defRPr lang="en-US" sz="3600" dirty="0">
                <a:solidFill>
                  <a:schemeClr val="tx2">
                    <a:alpha val="90000"/>
                  </a:schemeClr>
                </a:solidFill>
              </a:defRPr>
            </a:lvl1pPr>
          </a:lstStyle>
          <a:p>
            <a:pPr lvl="0" algn="ctr"/>
            <a:r>
              <a:rPr lang="en-US"/>
              <a:t>Click to edit Master title style</a:t>
            </a:r>
          </a:p>
        </p:txBody>
      </p:sp>
      <p:sp>
        <p:nvSpPr>
          <p:cNvPr id="3" name="Subtitle 2">
            <a:extLst>
              <a:ext uri="{FF2B5EF4-FFF2-40B4-BE49-F238E27FC236}">
                <a16:creationId xmlns:a16="http://schemas.microsoft.com/office/drawing/2014/main" id="{A16B3AA5-F8D6-AB69-241F-6F8F1DD41E55}"/>
              </a:ext>
            </a:extLst>
          </p:cNvPr>
          <p:cNvSpPr>
            <a:spLocks noGrp="1"/>
          </p:cNvSpPr>
          <p:nvPr>
            <p:ph type="subTitle" idx="1"/>
          </p:nvPr>
        </p:nvSpPr>
        <p:spPr>
          <a:xfrm>
            <a:off x="620272" y="4232388"/>
            <a:ext cx="3703859" cy="1542770"/>
          </a:xfrm>
        </p:spPr>
        <p:txBody>
          <a:bodyPr vert="horz" lIns="91440" tIns="45720" rIns="91440" bIns="45720" rtlCol="0">
            <a:normAutofit/>
          </a:bodyPr>
          <a:lstStyle>
            <a:lvl1pPr marL="0" indent="0" algn="ctr">
              <a:buNone/>
              <a:defRPr lang="en-US" dirty="0"/>
            </a:lvl1pPr>
          </a:lstStyle>
          <a:p>
            <a:pPr lvl="0"/>
            <a:r>
              <a:rPr lang="en-US"/>
              <a:t>Click to edit Master subtitle style</a:t>
            </a:r>
          </a:p>
        </p:txBody>
      </p:sp>
      <p:sp>
        <p:nvSpPr>
          <p:cNvPr id="16" name="Picture Placeholder 15">
            <a:extLst>
              <a:ext uri="{FF2B5EF4-FFF2-40B4-BE49-F238E27FC236}">
                <a16:creationId xmlns:a16="http://schemas.microsoft.com/office/drawing/2014/main" id="{569E8996-63F9-282F-EB89-823A9E405F96}"/>
              </a:ext>
            </a:extLst>
          </p:cNvPr>
          <p:cNvSpPr>
            <a:spLocks noGrp="1"/>
          </p:cNvSpPr>
          <p:nvPr>
            <p:ph type="pic" sz="quarter" idx="13" hasCustomPrompt="1"/>
          </p:nvPr>
        </p:nvSpPr>
        <p:spPr>
          <a:xfrm>
            <a:off x="4958748" y="465265"/>
            <a:ext cx="7240587" cy="5927467"/>
          </a:xfrm>
          <a:blipFill dpi="0" rotWithShape="1">
            <a:blip r:embed="rId2">
              <a:alphaModFix amt="80000"/>
            </a:blip>
            <a:srcRect/>
            <a:stretch>
              <a:fillRect/>
            </a:stretch>
          </a:blipFill>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7AE78127-77D8-DF99-4AE0-F322800B057B}"/>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D2D04168-7304-004B-C2F6-42E38FDC5908}"/>
              </a:ext>
            </a:extLst>
          </p:cNvPr>
          <p:cNvSpPr>
            <a:spLocks noGrp="1"/>
          </p:cNvSpPr>
          <p:nvPr>
            <p:ph type="dt" sz="half" idx="10"/>
          </p:nvPr>
        </p:nvSpPr>
        <p:spPr/>
        <p:txBody>
          <a:bodyPr/>
          <a:lstStyle>
            <a:lvl1pPr>
              <a:defRPr>
                <a:solidFill>
                  <a:schemeClr val="tx2"/>
                </a:solidFill>
              </a:defRPr>
            </a:lvl1pPr>
          </a:lstStyle>
          <a:p>
            <a:fld id="{00EF5918-5053-4743-83B7-4EAD76501314}" type="datetime1">
              <a:rPr lang="en-US" smtClean="0"/>
              <a:t>3/4/2026</a:t>
            </a:fld>
            <a:endParaRPr lang="en-US"/>
          </a:p>
        </p:txBody>
      </p:sp>
      <p:sp>
        <p:nvSpPr>
          <p:cNvPr id="6" name="Slide Number Placeholder 5">
            <a:extLst>
              <a:ext uri="{FF2B5EF4-FFF2-40B4-BE49-F238E27FC236}">
                <a16:creationId xmlns:a16="http://schemas.microsoft.com/office/drawing/2014/main" id="{D7C58464-EE0F-215A-2FA8-F434687B9E7A}"/>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a:p>
        </p:txBody>
      </p:sp>
      <p:cxnSp>
        <p:nvCxnSpPr>
          <p:cNvPr id="10" name="Straight Connector 9">
            <a:extLst>
              <a:ext uri="{FF2B5EF4-FFF2-40B4-BE49-F238E27FC236}">
                <a16:creationId xmlns:a16="http://schemas.microsoft.com/office/drawing/2014/main" id="{90C7E87E-EC44-47F9-6172-5EEA03DE5D87}"/>
              </a:ext>
            </a:extLst>
          </p:cNvPr>
          <p:cNvCxnSpPr>
            <a:cxnSpLocks/>
          </p:cNvCxnSpPr>
          <p:nvPr/>
        </p:nvCxnSpPr>
        <p:spPr>
          <a:xfrm flipH="1">
            <a:off x="0" y="459932"/>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7071CA13-2095-558D-E0DC-1576A14BBE72}"/>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159F346-B80F-F5BC-5D76-9443FA0031B4}"/>
              </a:ext>
            </a:extLst>
          </p:cNvPr>
          <p:cNvCxnSpPr>
            <a:cxnSpLocks/>
          </p:cNvCxnSpPr>
          <p:nvPr/>
        </p:nvCxnSpPr>
        <p:spPr>
          <a:xfrm>
            <a:off x="4951575"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0836325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3">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09CE9-F18C-5020-CF43-5960AFE654F6}"/>
              </a:ext>
            </a:extLst>
          </p:cNvPr>
          <p:cNvSpPr>
            <a:spLocks noGrp="1"/>
          </p:cNvSpPr>
          <p:nvPr>
            <p:ph type="ctrTitle"/>
          </p:nvPr>
        </p:nvSpPr>
        <p:spPr>
          <a:xfrm>
            <a:off x="7772445" y="1480212"/>
            <a:ext cx="3849131" cy="2871351"/>
          </a:xfrm>
        </p:spPr>
        <p:txBody>
          <a:bodyPr anchor="ctr">
            <a:normAutofit/>
          </a:bodyPr>
          <a:lstStyle>
            <a:lvl1pPr algn="ctr">
              <a:defRPr sz="3600">
                <a:solidFill>
                  <a:schemeClr val="tx2">
                    <a:alpha val="90000"/>
                  </a:schemeClr>
                </a:solidFill>
              </a:defRPr>
            </a:lvl1pPr>
          </a:lstStyle>
          <a:p>
            <a:r>
              <a:rPr lang="en-US"/>
              <a:t>Click to edit Master title style</a:t>
            </a:r>
          </a:p>
        </p:txBody>
      </p:sp>
      <p:sp>
        <p:nvSpPr>
          <p:cNvPr id="3" name="Subtitle 2">
            <a:extLst>
              <a:ext uri="{FF2B5EF4-FFF2-40B4-BE49-F238E27FC236}">
                <a16:creationId xmlns:a16="http://schemas.microsoft.com/office/drawing/2014/main" id="{A16B3AA5-F8D6-AB69-241F-6F8F1DD41E55}"/>
              </a:ext>
            </a:extLst>
          </p:cNvPr>
          <p:cNvSpPr>
            <a:spLocks noGrp="1"/>
          </p:cNvSpPr>
          <p:nvPr>
            <p:ph type="subTitle" idx="1"/>
          </p:nvPr>
        </p:nvSpPr>
        <p:spPr>
          <a:xfrm>
            <a:off x="7772446" y="5410440"/>
            <a:ext cx="3849128" cy="1068207"/>
          </a:xfrm>
        </p:spPr>
        <p:txBody>
          <a:bodyPr anchor="ctr">
            <a:normAutofit/>
          </a:bodyPr>
          <a:lstStyle>
            <a:lvl1pPr marL="0" indent="0" algn="ctr">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6" name="Picture Placeholder 15">
            <a:extLst>
              <a:ext uri="{FF2B5EF4-FFF2-40B4-BE49-F238E27FC236}">
                <a16:creationId xmlns:a16="http://schemas.microsoft.com/office/drawing/2014/main" id="{569E8996-63F9-282F-EB89-823A9E405F96}"/>
              </a:ext>
            </a:extLst>
          </p:cNvPr>
          <p:cNvSpPr>
            <a:spLocks noGrp="1"/>
          </p:cNvSpPr>
          <p:nvPr>
            <p:ph type="pic" sz="quarter" idx="13" hasCustomPrompt="1"/>
          </p:nvPr>
        </p:nvSpPr>
        <p:spPr>
          <a:xfrm>
            <a:off x="0" y="0"/>
            <a:ext cx="7204414" cy="6859634"/>
          </a:xfrm>
          <a:blipFill dpi="0" rotWithShape="1">
            <a:blip r:embed="rId2">
              <a:alphaModFix amt="80000"/>
            </a:blip>
            <a:srcRect/>
            <a:stretch>
              <a:fillRect/>
            </a:stretch>
          </a:blipFill>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7AE78127-77D8-DF99-4AE0-F322800B057B}"/>
              </a:ext>
            </a:extLst>
          </p:cNvPr>
          <p:cNvSpPr>
            <a:spLocks noGrp="1"/>
          </p:cNvSpPr>
          <p:nvPr>
            <p:ph type="ftr" sz="quarter" idx="11"/>
          </p:nvPr>
        </p:nvSpPr>
        <p:spPr>
          <a:xfrm>
            <a:off x="7429501" y="6445997"/>
            <a:ext cx="2955465" cy="365125"/>
          </a:xfrm>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D2D04168-7304-004B-C2F6-42E38FDC5908}"/>
              </a:ext>
            </a:extLst>
          </p:cNvPr>
          <p:cNvSpPr>
            <a:spLocks noGrp="1"/>
          </p:cNvSpPr>
          <p:nvPr>
            <p:ph type="dt" sz="half" idx="10"/>
          </p:nvPr>
        </p:nvSpPr>
        <p:spPr>
          <a:xfrm>
            <a:off x="10226650" y="6445997"/>
            <a:ext cx="1353059" cy="365125"/>
          </a:xfrm>
        </p:spPr>
        <p:txBody>
          <a:bodyPr/>
          <a:lstStyle>
            <a:lvl1pPr>
              <a:defRPr>
                <a:solidFill>
                  <a:schemeClr val="tx2"/>
                </a:solidFill>
              </a:defRPr>
            </a:lvl1pPr>
          </a:lstStyle>
          <a:p>
            <a:fld id="{AD495F72-74F9-4C7D-96DC-BB7900DFF168}" type="datetime1">
              <a:rPr lang="en-US" smtClean="0"/>
              <a:t>3/4/2026</a:t>
            </a:fld>
            <a:endParaRPr lang="en-US"/>
          </a:p>
        </p:txBody>
      </p:sp>
      <p:sp>
        <p:nvSpPr>
          <p:cNvPr id="6" name="Slide Number Placeholder 5">
            <a:extLst>
              <a:ext uri="{FF2B5EF4-FFF2-40B4-BE49-F238E27FC236}">
                <a16:creationId xmlns:a16="http://schemas.microsoft.com/office/drawing/2014/main" id="{D7C58464-EE0F-215A-2FA8-F434687B9E7A}"/>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a:p>
        </p:txBody>
      </p:sp>
      <p:cxnSp>
        <p:nvCxnSpPr>
          <p:cNvPr id="7" name="Straight Connector 6">
            <a:extLst>
              <a:ext uri="{FF2B5EF4-FFF2-40B4-BE49-F238E27FC236}">
                <a16:creationId xmlns:a16="http://schemas.microsoft.com/office/drawing/2014/main" id="{88BE003B-9AA9-5AAB-16A3-CC8CD5997AAA}"/>
              </a:ext>
            </a:extLst>
          </p:cNvPr>
          <p:cNvCxnSpPr>
            <a:cxnSpLocks/>
          </p:cNvCxnSpPr>
          <p:nvPr/>
        </p:nvCxnSpPr>
        <p:spPr>
          <a:xfrm flipH="1">
            <a:off x="7206802" y="5031087"/>
            <a:ext cx="4985198"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50CBC2A1-BC50-27CD-C764-435FA7A59ABD}"/>
              </a:ext>
            </a:extLst>
          </p:cNvPr>
          <p:cNvCxnSpPr>
            <a:cxnSpLocks/>
          </p:cNvCxnSpPr>
          <p:nvPr/>
        </p:nvCxnSpPr>
        <p:spPr>
          <a:xfrm>
            <a:off x="7206802"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23388852"/>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with Picture 4">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09CE9-F18C-5020-CF43-5960AFE654F6}"/>
              </a:ext>
            </a:extLst>
          </p:cNvPr>
          <p:cNvSpPr>
            <a:spLocks noGrp="1"/>
          </p:cNvSpPr>
          <p:nvPr>
            <p:ph type="ctrTitle"/>
          </p:nvPr>
        </p:nvSpPr>
        <p:spPr>
          <a:xfrm>
            <a:off x="685800" y="5160261"/>
            <a:ext cx="10813067" cy="783835"/>
          </a:xfrm>
        </p:spPr>
        <p:txBody>
          <a:bodyPr vert="horz" lIns="91440" tIns="45720" rIns="91440" bIns="45720" rtlCol="0" anchor="b">
            <a:normAutofit/>
          </a:bodyPr>
          <a:lstStyle>
            <a:lvl1pPr>
              <a:defRPr lang="en-US" sz="3600" dirty="0">
                <a:solidFill>
                  <a:schemeClr val="tx2">
                    <a:alpha val="90000"/>
                  </a:schemeClr>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A16B3AA5-F8D6-AB69-241F-6F8F1DD41E55}"/>
              </a:ext>
            </a:extLst>
          </p:cNvPr>
          <p:cNvSpPr>
            <a:spLocks noGrp="1"/>
          </p:cNvSpPr>
          <p:nvPr>
            <p:ph type="subTitle" idx="1"/>
          </p:nvPr>
        </p:nvSpPr>
        <p:spPr>
          <a:xfrm>
            <a:off x="685800" y="5931483"/>
            <a:ext cx="10813067" cy="611557"/>
          </a:xfrm>
        </p:spPr>
        <p:txBody>
          <a:bodyPr vert="horz" lIns="91440" tIns="45720" rIns="91440" bIns="45720" rtlCol="0">
            <a:normAutofit/>
          </a:bodyPr>
          <a:lstStyle>
            <a:lvl1pPr marL="0" indent="0">
              <a:buNone/>
              <a:defRPr lang="en-US" dirty="0"/>
            </a:lvl1pPr>
          </a:lstStyle>
          <a:p>
            <a:pPr lvl="0"/>
            <a:r>
              <a:rPr lang="en-US"/>
              <a:t>Click to edit Master subtitle style</a:t>
            </a:r>
          </a:p>
        </p:txBody>
      </p:sp>
      <p:sp>
        <p:nvSpPr>
          <p:cNvPr id="16" name="Picture Placeholder 15">
            <a:extLst>
              <a:ext uri="{FF2B5EF4-FFF2-40B4-BE49-F238E27FC236}">
                <a16:creationId xmlns:a16="http://schemas.microsoft.com/office/drawing/2014/main" id="{569E8996-63F9-282F-EB89-823A9E405F96}"/>
              </a:ext>
            </a:extLst>
          </p:cNvPr>
          <p:cNvSpPr>
            <a:spLocks noGrp="1"/>
          </p:cNvSpPr>
          <p:nvPr>
            <p:ph type="pic" sz="quarter" idx="13" hasCustomPrompt="1"/>
          </p:nvPr>
        </p:nvSpPr>
        <p:spPr>
          <a:xfrm>
            <a:off x="462974" y="0"/>
            <a:ext cx="11268845" cy="5019190"/>
          </a:xfrm>
          <a:blipFill dpi="0" rotWithShape="1">
            <a:blip r:embed="rId2">
              <a:alphaModFix amt="80000"/>
            </a:blip>
            <a:srcRect/>
            <a:stretch>
              <a:fillRect/>
            </a:stretch>
          </a:blipFill>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7AE78127-77D8-DF99-4AE0-F322800B057B}"/>
              </a:ext>
            </a:extLst>
          </p:cNvPr>
          <p:cNvSpPr>
            <a:spLocks noGrp="1"/>
          </p:cNvSpPr>
          <p:nvPr>
            <p:ph type="ftr" sz="quarter" idx="11"/>
          </p:nvPr>
        </p:nvSpPr>
        <p:spPr>
          <a:xfrm>
            <a:off x="685800" y="6445997"/>
            <a:ext cx="3949302" cy="365125"/>
          </a:xfrm>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D2D04168-7304-004B-C2F6-42E38FDC5908}"/>
              </a:ext>
            </a:extLst>
          </p:cNvPr>
          <p:cNvSpPr>
            <a:spLocks noGrp="1"/>
          </p:cNvSpPr>
          <p:nvPr>
            <p:ph type="dt" sz="half" idx="10"/>
          </p:nvPr>
        </p:nvSpPr>
        <p:spPr/>
        <p:txBody>
          <a:bodyPr/>
          <a:lstStyle>
            <a:lvl1pPr>
              <a:defRPr>
                <a:solidFill>
                  <a:schemeClr val="tx2"/>
                </a:solidFill>
              </a:defRPr>
            </a:lvl1pPr>
          </a:lstStyle>
          <a:p>
            <a:fld id="{AB6383D2-C802-4DD2-AEDD-7474238763C3}" type="datetime1">
              <a:rPr lang="en-US" smtClean="0"/>
              <a:t>3/4/2026</a:t>
            </a:fld>
            <a:endParaRPr lang="en-US"/>
          </a:p>
        </p:txBody>
      </p:sp>
      <p:sp>
        <p:nvSpPr>
          <p:cNvPr id="6" name="Slide Number Placeholder 5">
            <a:extLst>
              <a:ext uri="{FF2B5EF4-FFF2-40B4-BE49-F238E27FC236}">
                <a16:creationId xmlns:a16="http://schemas.microsoft.com/office/drawing/2014/main" id="{D7C58464-EE0F-215A-2FA8-F434687B9E7A}"/>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a:p>
        </p:txBody>
      </p:sp>
      <p:cxnSp>
        <p:nvCxnSpPr>
          <p:cNvPr id="7" name="Straight Connector 6">
            <a:extLst>
              <a:ext uri="{FF2B5EF4-FFF2-40B4-BE49-F238E27FC236}">
                <a16:creationId xmlns:a16="http://schemas.microsoft.com/office/drawing/2014/main" id="{FFFC4771-5A22-2E68-AB04-0949D0A15B66}"/>
              </a:ext>
            </a:extLst>
          </p:cNvPr>
          <p:cNvCxnSpPr>
            <a:cxnSpLocks/>
          </p:cNvCxnSpPr>
          <p:nvPr/>
        </p:nvCxnSpPr>
        <p:spPr>
          <a:xfrm flipH="1">
            <a:off x="0" y="5019261"/>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AA95C5A-6D75-9E1D-C459-7F2022E84F55}"/>
              </a:ext>
            </a:extLst>
          </p:cNvPr>
          <p:cNvCxnSpPr>
            <a:cxnSpLocks/>
          </p:cNvCxnSpPr>
          <p:nvPr/>
        </p:nvCxnSpPr>
        <p:spPr>
          <a:xfrm>
            <a:off x="457200"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00ED5AC1-9F96-A868-7F45-523BF1A45E7C}"/>
              </a:ext>
            </a:extLst>
          </p:cNvPr>
          <p:cNvCxnSpPr>
            <a:cxnSpLocks/>
          </p:cNvCxnSpPr>
          <p:nvPr/>
        </p:nvCxnSpPr>
        <p:spPr>
          <a:xfrm>
            <a:off x="11734800"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12885426"/>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09CE9-F18C-5020-CF43-5960AFE654F6}"/>
              </a:ext>
            </a:extLst>
          </p:cNvPr>
          <p:cNvSpPr>
            <a:spLocks noGrp="1"/>
          </p:cNvSpPr>
          <p:nvPr>
            <p:ph type="ctrTitle"/>
          </p:nvPr>
        </p:nvSpPr>
        <p:spPr>
          <a:xfrm>
            <a:off x="2096430" y="1226087"/>
            <a:ext cx="7961965" cy="3290611"/>
          </a:xfrm>
        </p:spPr>
        <p:txBody>
          <a:bodyPr anchor="ctr">
            <a:normAutofit/>
          </a:bodyPr>
          <a:lstStyle>
            <a:lvl1pPr algn="ctr">
              <a:defRPr sz="4800">
                <a:solidFill>
                  <a:schemeClr val="tx2">
                    <a:alpha val="90000"/>
                  </a:schemeClr>
                </a:solidFill>
              </a:defRPr>
            </a:lvl1pPr>
          </a:lstStyle>
          <a:p>
            <a:r>
              <a:rPr lang="en-US"/>
              <a:t>Click to edit Master title style</a:t>
            </a:r>
          </a:p>
        </p:txBody>
      </p:sp>
      <p:sp>
        <p:nvSpPr>
          <p:cNvPr id="3" name="Subtitle 2">
            <a:extLst>
              <a:ext uri="{FF2B5EF4-FFF2-40B4-BE49-F238E27FC236}">
                <a16:creationId xmlns:a16="http://schemas.microsoft.com/office/drawing/2014/main" id="{A16B3AA5-F8D6-AB69-241F-6F8F1DD41E55}"/>
              </a:ext>
            </a:extLst>
          </p:cNvPr>
          <p:cNvSpPr>
            <a:spLocks noGrp="1"/>
          </p:cNvSpPr>
          <p:nvPr>
            <p:ph type="subTitle" idx="1"/>
          </p:nvPr>
        </p:nvSpPr>
        <p:spPr>
          <a:xfrm>
            <a:off x="2676941" y="5812260"/>
            <a:ext cx="6838118" cy="702946"/>
          </a:xfrm>
        </p:spPr>
        <p:txBody>
          <a:bodyPr anchor="ctr">
            <a:normAutofit/>
          </a:bodyPr>
          <a:lstStyle>
            <a:lvl1pPr marL="0" indent="0" algn="ctr">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Footer Placeholder 4">
            <a:extLst>
              <a:ext uri="{FF2B5EF4-FFF2-40B4-BE49-F238E27FC236}">
                <a16:creationId xmlns:a16="http://schemas.microsoft.com/office/drawing/2014/main" id="{7AE78127-77D8-DF99-4AE0-F322800B057B}"/>
              </a:ext>
            </a:extLst>
          </p:cNvPr>
          <p:cNvSpPr>
            <a:spLocks noGrp="1"/>
          </p:cNvSpPr>
          <p:nvPr>
            <p:ph type="ftr" sz="quarter" idx="11"/>
          </p:nvPr>
        </p:nvSpPr>
        <p:spPr>
          <a:xfrm>
            <a:off x="640080" y="6445997"/>
            <a:ext cx="3777327" cy="365125"/>
          </a:xfrm>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D2D04168-7304-004B-C2F6-42E38FDC5908}"/>
              </a:ext>
            </a:extLst>
          </p:cNvPr>
          <p:cNvSpPr>
            <a:spLocks noGrp="1"/>
          </p:cNvSpPr>
          <p:nvPr>
            <p:ph type="dt" sz="half" idx="10"/>
          </p:nvPr>
        </p:nvSpPr>
        <p:spPr/>
        <p:txBody>
          <a:bodyPr/>
          <a:lstStyle>
            <a:lvl1pPr>
              <a:defRPr>
                <a:solidFill>
                  <a:schemeClr val="tx2"/>
                </a:solidFill>
              </a:defRPr>
            </a:lvl1pPr>
          </a:lstStyle>
          <a:p>
            <a:fld id="{8A278C13-F8B8-4237-9811-6A882F130BDA}" type="datetime1">
              <a:rPr lang="en-US" smtClean="0"/>
              <a:t>3/4/2026</a:t>
            </a:fld>
            <a:endParaRPr lang="en-US"/>
          </a:p>
        </p:txBody>
      </p:sp>
      <p:sp>
        <p:nvSpPr>
          <p:cNvPr id="6" name="Slide Number Placeholder 5">
            <a:extLst>
              <a:ext uri="{FF2B5EF4-FFF2-40B4-BE49-F238E27FC236}">
                <a16:creationId xmlns:a16="http://schemas.microsoft.com/office/drawing/2014/main" id="{D7C58464-EE0F-215A-2FA8-F434687B9E7A}"/>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a:p>
        </p:txBody>
      </p:sp>
      <p:cxnSp>
        <p:nvCxnSpPr>
          <p:cNvPr id="7" name="Straight Connector 6">
            <a:extLst>
              <a:ext uri="{FF2B5EF4-FFF2-40B4-BE49-F238E27FC236}">
                <a16:creationId xmlns:a16="http://schemas.microsoft.com/office/drawing/2014/main" id="{77C4A186-7A3C-2849-F4A7-5B5565EB29E6}"/>
              </a:ext>
            </a:extLst>
          </p:cNvPr>
          <p:cNvCxnSpPr>
            <a:cxnSpLocks/>
          </p:cNvCxnSpPr>
          <p:nvPr/>
        </p:nvCxnSpPr>
        <p:spPr>
          <a:xfrm flipH="1">
            <a:off x="0" y="5469467"/>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C92B7528-295D-CD0F-0521-B5C01EAC12DD}"/>
              </a:ext>
            </a:extLst>
          </p:cNvPr>
          <p:cNvCxnSpPr>
            <a:cxnSpLocks/>
          </p:cNvCxnSpPr>
          <p:nvPr/>
        </p:nvCxnSpPr>
        <p:spPr>
          <a:xfrm>
            <a:off x="457200"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26261A6-5928-598A-5A46-6855CE4DF282}"/>
              </a:ext>
            </a:extLst>
          </p:cNvPr>
          <p:cNvCxnSpPr>
            <a:cxnSpLocks/>
          </p:cNvCxnSpPr>
          <p:nvPr/>
        </p:nvCxnSpPr>
        <p:spPr>
          <a:xfrm>
            <a:off x="11734800"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30126382"/>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09CE9-F18C-5020-CF43-5960AFE654F6}"/>
              </a:ext>
            </a:extLst>
          </p:cNvPr>
          <p:cNvSpPr>
            <a:spLocks noGrp="1"/>
          </p:cNvSpPr>
          <p:nvPr>
            <p:ph type="ctrTitle"/>
          </p:nvPr>
        </p:nvSpPr>
        <p:spPr>
          <a:xfrm>
            <a:off x="1636222" y="1246912"/>
            <a:ext cx="8919556" cy="3050766"/>
          </a:xfrm>
        </p:spPr>
        <p:txBody>
          <a:bodyPr anchor="ctr">
            <a:normAutofit/>
          </a:bodyPr>
          <a:lstStyle>
            <a:lvl1pPr algn="ctr">
              <a:defRPr sz="5400">
                <a:solidFill>
                  <a:schemeClr val="tx2">
                    <a:alpha val="90000"/>
                  </a:schemeClr>
                </a:solidFill>
              </a:defRPr>
            </a:lvl1pPr>
          </a:lstStyle>
          <a:p>
            <a:r>
              <a:rPr lang="en-US"/>
              <a:t>Click to edit Master title style</a:t>
            </a:r>
          </a:p>
        </p:txBody>
      </p:sp>
      <p:sp>
        <p:nvSpPr>
          <p:cNvPr id="3" name="Subtitle 2">
            <a:extLst>
              <a:ext uri="{FF2B5EF4-FFF2-40B4-BE49-F238E27FC236}">
                <a16:creationId xmlns:a16="http://schemas.microsoft.com/office/drawing/2014/main" id="{A16B3AA5-F8D6-AB69-241F-6F8F1DD41E55}"/>
              </a:ext>
            </a:extLst>
          </p:cNvPr>
          <p:cNvSpPr>
            <a:spLocks noGrp="1"/>
          </p:cNvSpPr>
          <p:nvPr>
            <p:ph type="subTitle" idx="1"/>
          </p:nvPr>
        </p:nvSpPr>
        <p:spPr>
          <a:xfrm>
            <a:off x="2451378" y="5345199"/>
            <a:ext cx="7289245" cy="1184035"/>
          </a:xfrm>
        </p:spPr>
        <p:txBody>
          <a:bodyPr anchor="ctr">
            <a:normAutofit/>
          </a:bodyPr>
          <a:lstStyle>
            <a:lvl1pPr marL="0" indent="0" algn="ctr">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Footer Placeholder 4">
            <a:extLst>
              <a:ext uri="{FF2B5EF4-FFF2-40B4-BE49-F238E27FC236}">
                <a16:creationId xmlns:a16="http://schemas.microsoft.com/office/drawing/2014/main" id="{7AE78127-77D8-DF99-4AE0-F322800B057B}"/>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D2D04168-7304-004B-C2F6-42E38FDC5908}"/>
              </a:ext>
            </a:extLst>
          </p:cNvPr>
          <p:cNvSpPr>
            <a:spLocks noGrp="1"/>
          </p:cNvSpPr>
          <p:nvPr>
            <p:ph type="dt" sz="half" idx="10"/>
          </p:nvPr>
        </p:nvSpPr>
        <p:spPr/>
        <p:txBody>
          <a:bodyPr/>
          <a:lstStyle>
            <a:lvl1pPr>
              <a:defRPr>
                <a:solidFill>
                  <a:schemeClr val="tx2"/>
                </a:solidFill>
              </a:defRPr>
            </a:lvl1pPr>
          </a:lstStyle>
          <a:p>
            <a:fld id="{3545FD76-1DE6-4A1C-9609-D2819734F8F3}" type="datetime1">
              <a:rPr lang="en-US" smtClean="0"/>
              <a:t>3/4/2026</a:t>
            </a:fld>
            <a:endParaRPr lang="en-US"/>
          </a:p>
        </p:txBody>
      </p:sp>
      <p:sp>
        <p:nvSpPr>
          <p:cNvPr id="6" name="Slide Number Placeholder 5">
            <a:extLst>
              <a:ext uri="{FF2B5EF4-FFF2-40B4-BE49-F238E27FC236}">
                <a16:creationId xmlns:a16="http://schemas.microsoft.com/office/drawing/2014/main" id="{D7C58464-EE0F-215A-2FA8-F434687B9E7A}"/>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a:p>
        </p:txBody>
      </p:sp>
      <p:cxnSp>
        <p:nvCxnSpPr>
          <p:cNvPr id="7" name="Straight Connector 6">
            <a:extLst>
              <a:ext uri="{FF2B5EF4-FFF2-40B4-BE49-F238E27FC236}">
                <a16:creationId xmlns:a16="http://schemas.microsoft.com/office/drawing/2014/main" id="{77C4A186-7A3C-2849-F4A7-5B5565EB29E6}"/>
              </a:ext>
            </a:extLst>
          </p:cNvPr>
          <p:cNvCxnSpPr>
            <a:cxnSpLocks/>
          </p:cNvCxnSpPr>
          <p:nvPr/>
        </p:nvCxnSpPr>
        <p:spPr>
          <a:xfrm flipH="1">
            <a:off x="0" y="5016433"/>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0C7E87E-EC44-47F9-6172-5EEA03DE5D87}"/>
              </a:ext>
            </a:extLst>
          </p:cNvPr>
          <p:cNvCxnSpPr>
            <a:cxnSpLocks/>
          </p:cNvCxnSpPr>
          <p:nvPr/>
        </p:nvCxnSpPr>
        <p:spPr>
          <a:xfrm flipH="1">
            <a:off x="0" y="459932"/>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15968242"/>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3">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09CE9-F18C-5020-CF43-5960AFE654F6}"/>
              </a:ext>
            </a:extLst>
          </p:cNvPr>
          <p:cNvSpPr>
            <a:spLocks noGrp="1"/>
          </p:cNvSpPr>
          <p:nvPr>
            <p:ph type="ctrTitle"/>
          </p:nvPr>
        </p:nvSpPr>
        <p:spPr>
          <a:xfrm>
            <a:off x="2950265" y="1400657"/>
            <a:ext cx="6291470" cy="3290611"/>
          </a:xfrm>
        </p:spPr>
        <p:txBody>
          <a:bodyPr anchor="ctr">
            <a:normAutofit/>
          </a:bodyPr>
          <a:lstStyle>
            <a:lvl1pPr algn="ctr">
              <a:defRPr sz="4800">
                <a:solidFill>
                  <a:schemeClr val="tx2">
                    <a:lumMod val="90000"/>
                    <a:alpha val="80000"/>
                  </a:schemeClr>
                </a:solidFill>
              </a:defRPr>
            </a:lvl1pPr>
          </a:lstStyle>
          <a:p>
            <a:r>
              <a:rPr lang="en-US"/>
              <a:t>Click to edit Master title style</a:t>
            </a:r>
          </a:p>
        </p:txBody>
      </p:sp>
      <p:sp>
        <p:nvSpPr>
          <p:cNvPr id="3" name="Subtitle 2">
            <a:extLst>
              <a:ext uri="{FF2B5EF4-FFF2-40B4-BE49-F238E27FC236}">
                <a16:creationId xmlns:a16="http://schemas.microsoft.com/office/drawing/2014/main" id="{A16B3AA5-F8D6-AB69-241F-6F8F1DD41E55}"/>
              </a:ext>
            </a:extLst>
          </p:cNvPr>
          <p:cNvSpPr>
            <a:spLocks noGrp="1"/>
          </p:cNvSpPr>
          <p:nvPr>
            <p:ph type="subTitle" idx="1"/>
          </p:nvPr>
        </p:nvSpPr>
        <p:spPr>
          <a:xfrm>
            <a:off x="2676941" y="5812260"/>
            <a:ext cx="6838118" cy="702946"/>
          </a:xfrm>
        </p:spPr>
        <p:txBody>
          <a:bodyPr anchor="ctr">
            <a:normAutofit/>
          </a:bodyPr>
          <a:lstStyle>
            <a:lvl1pPr marL="0" indent="0" algn="ctr">
              <a:buNone/>
              <a:defRPr sz="1800">
                <a:solidFill>
                  <a:schemeClr val="tx2">
                    <a:alpha val="8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Footer Placeholder 4">
            <a:extLst>
              <a:ext uri="{FF2B5EF4-FFF2-40B4-BE49-F238E27FC236}">
                <a16:creationId xmlns:a16="http://schemas.microsoft.com/office/drawing/2014/main" id="{7AE78127-77D8-DF99-4AE0-F322800B057B}"/>
              </a:ext>
            </a:extLst>
          </p:cNvPr>
          <p:cNvSpPr>
            <a:spLocks noGrp="1"/>
          </p:cNvSpPr>
          <p:nvPr>
            <p:ph type="ftr" sz="quarter" idx="11"/>
          </p:nvPr>
        </p:nvSpPr>
        <p:spPr/>
        <p:txBody>
          <a:bodyPr/>
          <a:lstStyle>
            <a:lvl1pPr>
              <a:defRPr>
                <a:solidFill>
                  <a:schemeClr val="tx2">
                    <a:alpha val="80000"/>
                  </a:schemeClr>
                </a:solidFill>
              </a:defRPr>
            </a:lvl1pPr>
          </a:lstStyle>
          <a:p>
            <a:r>
              <a:rPr lang="en-US"/>
              <a:t>Sample Footer Text</a:t>
            </a:r>
          </a:p>
        </p:txBody>
      </p:sp>
      <p:sp>
        <p:nvSpPr>
          <p:cNvPr id="4" name="Date Placeholder 3">
            <a:extLst>
              <a:ext uri="{FF2B5EF4-FFF2-40B4-BE49-F238E27FC236}">
                <a16:creationId xmlns:a16="http://schemas.microsoft.com/office/drawing/2014/main" id="{D2D04168-7304-004B-C2F6-42E38FDC5908}"/>
              </a:ext>
            </a:extLst>
          </p:cNvPr>
          <p:cNvSpPr>
            <a:spLocks noGrp="1"/>
          </p:cNvSpPr>
          <p:nvPr>
            <p:ph type="dt" sz="half" idx="10"/>
          </p:nvPr>
        </p:nvSpPr>
        <p:spPr/>
        <p:txBody>
          <a:bodyPr/>
          <a:lstStyle>
            <a:lvl1pPr>
              <a:defRPr>
                <a:solidFill>
                  <a:schemeClr val="tx2">
                    <a:alpha val="80000"/>
                  </a:schemeClr>
                </a:solidFill>
              </a:defRPr>
            </a:lvl1pPr>
          </a:lstStyle>
          <a:p>
            <a:fld id="{014AE7A1-FDDE-474D-BCD9-88FCF250514D}" type="datetime1">
              <a:rPr lang="en-US" smtClean="0"/>
              <a:t>3/4/2026</a:t>
            </a:fld>
            <a:endParaRPr lang="en-US"/>
          </a:p>
        </p:txBody>
      </p:sp>
      <p:sp>
        <p:nvSpPr>
          <p:cNvPr id="6" name="Slide Number Placeholder 5">
            <a:extLst>
              <a:ext uri="{FF2B5EF4-FFF2-40B4-BE49-F238E27FC236}">
                <a16:creationId xmlns:a16="http://schemas.microsoft.com/office/drawing/2014/main" id="{D7C58464-EE0F-215A-2FA8-F434687B9E7A}"/>
              </a:ext>
            </a:extLst>
          </p:cNvPr>
          <p:cNvSpPr>
            <a:spLocks noGrp="1"/>
          </p:cNvSpPr>
          <p:nvPr>
            <p:ph type="sldNum" sz="quarter" idx="12"/>
          </p:nvPr>
        </p:nvSpPr>
        <p:spPr/>
        <p:txBody>
          <a:bodyPr/>
          <a:lstStyle>
            <a:lvl1pPr>
              <a:defRPr>
                <a:solidFill>
                  <a:schemeClr val="tx2">
                    <a:alpha val="80000"/>
                  </a:schemeClr>
                </a:solidFill>
              </a:defRPr>
            </a:lvl1pPr>
          </a:lstStyle>
          <a:p>
            <a:fld id="{DDF60B60-82CA-4BB9-BA6E-A62FADF2374B}" type="slidenum">
              <a:rPr lang="en-US" smtClean="0"/>
              <a:t>‹#›</a:t>
            </a:fld>
            <a:endParaRPr lang="en-US"/>
          </a:p>
        </p:txBody>
      </p:sp>
      <p:cxnSp>
        <p:nvCxnSpPr>
          <p:cNvPr id="7" name="Straight Connector 6">
            <a:extLst>
              <a:ext uri="{FF2B5EF4-FFF2-40B4-BE49-F238E27FC236}">
                <a16:creationId xmlns:a16="http://schemas.microsoft.com/office/drawing/2014/main" id="{77C4A186-7A3C-2849-F4A7-5B5565EB29E6}"/>
              </a:ext>
            </a:extLst>
          </p:cNvPr>
          <p:cNvCxnSpPr>
            <a:cxnSpLocks/>
          </p:cNvCxnSpPr>
          <p:nvPr/>
        </p:nvCxnSpPr>
        <p:spPr>
          <a:xfrm flipH="1">
            <a:off x="0" y="5469467"/>
            <a:ext cx="12192000" cy="0"/>
          </a:xfrm>
          <a:prstGeom prst="line">
            <a:avLst/>
          </a:prstGeom>
          <a:ln w="9525">
            <a:solidFill>
              <a:schemeClr val="tx2">
                <a:lumMod val="90000"/>
                <a:alpha val="2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B5860F39-D33B-13B7-DD5E-58C8CE6DCE69}"/>
              </a:ext>
            </a:extLst>
          </p:cNvPr>
          <p:cNvCxnSpPr>
            <a:cxnSpLocks/>
          </p:cNvCxnSpPr>
          <p:nvPr/>
        </p:nvCxnSpPr>
        <p:spPr>
          <a:xfrm>
            <a:off x="2317750" y="0"/>
            <a:ext cx="0" cy="6858000"/>
          </a:xfrm>
          <a:prstGeom prst="line">
            <a:avLst/>
          </a:prstGeom>
          <a:ln w="9525">
            <a:solidFill>
              <a:schemeClr val="tx2">
                <a:lumMod val="90000"/>
                <a:alpha val="2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417974A-33A9-A10C-D982-114045377C2E}"/>
              </a:ext>
            </a:extLst>
          </p:cNvPr>
          <p:cNvCxnSpPr>
            <a:cxnSpLocks/>
          </p:cNvCxnSpPr>
          <p:nvPr/>
        </p:nvCxnSpPr>
        <p:spPr>
          <a:xfrm>
            <a:off x="9874250" y="0"/>
            <a:ext cx="0" cy="6858000"/>
          </a:xfrm>
          <a:prstGeom prst="line">
            <a:avLst/>
          </a:prstGeom>
          <a:ln w="9525">
            <a:solidFill>
              <a:schemeClr val="tx2">
                <a:lumMod val="90000"/>
                <a:alpha val="2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0C7E87E-EC44-47F9-6172-5EEA03DE5D87}"/>
              </a:ext>
            </a:extLst>
          </p:cNvPr>
          <p:cNvCxnSpPr>
            <a:cxnSpLocks/>
          </p:cNvCxnSpPr>
          <p:nvPr/>
        </p:nvCxnSpPr>
        <p:spPr>
          <a:xfrm flipH="1">
            <a:off x="0" y="459932"/>
            <a:ext cx="12192000" cy="0"/>
          </a:xfrm>
          <a:prstGeom prst="line">
            <a:avLst/>
          </a:prstGeom>
          <a:ln w="9525">
            <a:solidFill>
              <a:schemeClr val="tx2">
                <a:lumMod val="90000"/>
                <a:alpha val="2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84837113"/>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2"/>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22D6AD5-6168-B411-89A9-90C82303B25C}"/>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EC6DA0-2CB8-AFC5-DB06-AB9235983979}"/>
              </a:ext>
            </a:extLst>
          </p:cNvPr>
          <p:cNvSpPr>
            <a:spLocks noGrp="1"/>
          </p:cNvSpPr>
          <p:nvPr>
            <p:ph type="title"/>
          </p:nvPr>
        </p:nvSpPr>
        <p:spPr>
          <a:xfrm>
            <a:off x="457200" y="2838087"/>
            <a:ext cx="8932653" cy="3312544"/>
          </a:xfrm>
        </p:spPr>
        <p:txBody>
          <a:bodyPr anchor="b">
            <a:normAutofit/>
          </a:bodyPr>
          <a:lstStyle>
            <a:lvl1pPr>
              <a:lnSpc>
                <a:spcPct val="80000"/>
              </a:lnSpc>
              <a:defRPr sz="6600" cap="all" baseline="0">
                <a:solidFill>
                  <a:schemeClr val="tx2">
                    <a:alpha val="55000"/>
                  </a:schemeClr>
                </a:solidFill>
              </a:defRPr>
            </a:lvl1pPr>
          </a:lstStyle>
          <a:p>
            <a:r>
              <a:rPr lang="en-US"/>
              <a:t>Click to edit Master title style</a:t>
            </a:r>
          </a:p>
        </p:txBody>
      </p:sp>
      <p:sp>
        <p:nvSpPr>
          <p:cNvPr id="3" name="Text Placeholder 2">
            <a:extLst>
              <a:ext uri="{FF2B5EF4-FFF2-40B4-BE49-F238E27FC236}">
                <a16:creationId xmlns:a16="http://schemas.microsoft.com/office/drawing/2014/main" id="{88E16A9F-28B9-2207-66D3-D952EB7EC876}"/>
              </a:ext>
            </a:extLst>
          </p:cNvPr>
          <p:cNvSpPr>
            <a:spLocks noGrp="1"/>
          </p:cNvSpPr>
          <p:nvPr>
            <p:ph type="body" idx="1"/>
          </p:nvPr>
        </p:nvSpPr>
        <p:spPr>
          <a:xfrm>
            <a:off x="685800" y="-789870"/>
            <a:ext cx="10515600" cy="638352"/>
          </a:xfrm>
        </p:spPr>
        <p:txBody>
          <a:bodyPr>
            <a:normAutofit/>
          </a:bodyPr>
          <a:lstStyle>
            <a:lvl1pPr marL="0" indent="0">
              <a:buNone/>
              <a:defRPr sz="2000">
                <a:solidFill>
                  <a:schemeClr val="bg2"/>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5" name="Footer Placeholder 4">
            <a:extLst>
              <a:ext uri="{FF2B5EF4-FFF2-40B4-BE49-F238E27FC236}">
                <a16:creationId xmlns:a16="http://schemas.microsoft.com/office/drawing/2014/main" id="{28B3F77F-C41D-1011-B9F4-A5DE814F43EF}"/>
              </a:ext>
            </a:extLst>
          </p:cNvPr>
          <p:cNvSpPr>
            <a:spLocks noGrp="1"/>
          </p:cNvSpPr>
          <p:nvPr>
            <p:ph type="ftr" sz="quarter" idx="11"/>
          </p:nvPr>
        </p:nvSpPr>
        <p:spPr>
          <a:xfrm>
            <a:off x="457200" y="6445997"/>
            <a:ext cx="3751081" cy="365125"/>
          </a:xfrm>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E58CD507-925C-84B3-8F49-9F3B91209D8F}"/>
              </a:ext>
            </a:extLst>
          </p:cNvPr>
          <p:cNvSpPr>
            <a:spLocks noGrp="1"/>
          </p:cNvSpPr>
          <p:nvPr>
            <p:ph type="dt" sz="half" idx="10"/>
          </p:nvPr>
        </p:nvSpPr>
        <p:spPr/>
        <p:txBody>
          <a:bodyPr/>
          <a:lstStyle>
            <a:lvl1pPr>
              <a:defRPr>
                <a:solidFill>
                  <a:schemeClr val="tx2"/>
                </a:solidFill>
              </a:defRPr>
            </a:lvl1pPr>
          </a:lstStyle>
          <a:p>
            <a:fld id="{DAC6904D-FBDC-4E1E-863E-C45FAD9DD85B}" type="datetime1">
              <a:rPr lang="en-US" smtClean="0"/>
              <a:t>3/4/2026</a:t>
            </a:fld>
            <a:endParaRPr lang="en-US"/>
          </a:p>
        </p:txBody>
      </p:sp>
      <p:sp>
        <p:nvSpPr>
          <p:cNvPr id="6" name="Slide Number Placeholder 5">
            <a:extLst>
              <a:ext uri="{FF2B5EF4-FFF2-40B4-BE49-F238E27FC236}">
                <a16:creationId xmlns:a16="http://schemas.microsoft.com/office/drawing/2014/main" id="{6C13B4AE-32E8-CAFF-4A3C-6CBE4FFFA843}"/>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a:p>
        </p:txBody>
      </p:sp>
      <p:cxnSp>
        <p:nvCxnSpPr>
          <p:cNvPr id="7" name="Straight Connector 6">
            <a:extLst>
              <a:ext uri="{FF2B5EF4-FFF2-40B4-BE49-F238E27FC236}">
                <a16:creationId xmlns:a16="http://schemas.microsoft.com/office/drawing/2014/main" id="{9BFA0DE8-9E4B-D747-CB64-14B8DEDC02EA}"/>
              </a:ext>
            </a:extLst>
          </p:cNvPr>
          <p:cNvCxnSpPr>
            <a:cxnSpLocks/>
          </p:cNvCxnSpPr>
          <p:nvPr/>
        </p:nvCxnSpPr>
        <p:spPr>
          <a:xfrm flipH="1">
            <a:off x="0" y="1367580"/>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11EB75EB-F27E-271A-C843-4096E1F19057}"/>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80127866"/>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Section Header 2">
    <p:bg>
      <p:bgRef idx="1001">
        <a:schemeClr val="bg2"/>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4BE01F4-F5E6-FB52-8FEA-5927DFC8AA7F}"/>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EC6DA0-2CB8-AFC5-DB06-AB9235983979}"/>
              </a:ext>
            </a:extLst>
          </p:cNvPr>
          <p:cNvSpPr>
            <a:spLocks noGrp="1"/>
          </p:cNvSpPr>
          <p:nvPr>
            <p:ph type="title"/>
          </p:nvPr>
        </p:nvSpPr>
        <p:spPr>
          <a:xfrm>
            <a:off x="457200" y="2968607"/>
            <a:ext cx="8932653" cy="3450568"/>
          </a:xfrm>
        </p:spPr>
        <p:txBody>
          <a:bodyPr anchor="b">
            <a:normAutofit/>
          </a:bodyPr>
          <a:lstStyle>
            <a:lvl1pPr>
              <a:lnSpc>
                <a:spcPct val="80000"/>
              </a:lnSpc>
              <a:defRPr sz="6600" cap="all" baseline="0">
                <a:solidFill>
                  <a:schemeClr val="tx2">
                    <a:lumMod val="90000"/>
                    <a:alpha val="65000"/>
                  </a:schemeClr>
                </a:solidFill>
              </a:defRPr>
            </a:lvl1pPr>
          </a:lstStyle>
          <a:p>
            <a:r>
              <a:rPr lang="en-US"/>
              <a:t>Click to edit Master title style</a:t>
            </a:r>
          </a:p>
        </p:txBody>
      </p:sp>
      <p:sp>
        <p:nvSpPr>
          <p:cNvPr id="3" name="Text Placeholder 2">
            <a:extLst>
              <a:ext uri="{FF2B5EF4-FFF2-40B4-BE49-F238E27FC236}">
                <a16:creationId xmlns:a16="http://schemas.microsoft.com/office/drawing/2014/main" id="{88E16A9F-28B9-2207-66D3-D952EB7EC876}"/>
              </a:ext>
            </a:extLst>
          </p:cNvPr>
          <p:cNvSpPr>
            <a:spLocks noGrp="1"/>
          </p:cNvSpPr>
          <p:nvPr>
            <p:ph type="body" idx="1"/>
          </p:nvPr>
        </p:nvSpPr>
        <p:spPr>
          <a:xfrm>
            <a:off x="685800" y="-789870"/>
            <a:ext cx="10515600" cy="638352"/>
          </a:xfrm>
        </p:spPr>
        <p:txBody>
          <a:bodyPr>
            <a:normAutofit/>
          </a:bodyPr>
          <a:lstStyle>
            <a:lvl1pPr marL="0" indent="0">
              <a:buNone/>
              <a:defRPr sz="2000">
                <a:solidFill>
                  <a:schemeClr val="bg2"/>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5" name="Footer Placeholder 4">
            <a:extLst>
              <a:ext uri="{FF2B5EF4-FFF2-40B4-BE49-F238E27FC236}">
                <a16:creationId xmlns:a16="http://schemas.microsoft.com/office/drawing/2014/main" id="{28B3F77F-C41D-1011-B9F4-A5DE814F43EF}"/>
              </a:ext>
            </a:extLst>
          </p:cNvPr>
          <p:cNvSpPr>
            <a:spLocks noGrp="1"/>
          </p:cNvSpPr>
          <p:nvPr>
            <p:ph type="ftr" sz="quarter" idx="11"/>
          </p:nvPr>
        </p:nvSpPr>
        <p:spPr>
          <a:xfrm>
            <a:off x="457200" y="6445997"/>
            <a:ext cx="3751081" cy="365125"/>
          </a:xfrm>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E58CD507-925C-84B3-8F49-9F3B91209D8F}"/>
              </a:ext>
            </a:extLst>
          </p:cNvPr>
          <p:cNvSpPr>
            <a:spLocks noGrp="1"/>
          </p:cNvSpPr>
          <p:nvPr>
            <p:ph type="dt" sz="half" idx="10"/>
          </p:nvPr>
        </p:nvSpPr>
        <p:spPr/>
        <p:txBody>
          <a:bodyPr/>
          <a:lstStyle>
            <a:lvl1pPr>
              <a:defRPr>
                <a:solidFill>
                  <a:schemeClr val="tx2"/>
                </a:solidFill>
              </a:defRPr>
            </a:lvl1pPr>
          </a:lstStyle>
          <a:p>
            <a:fld id="{955570C2-432E-4238-AE9E-852D979BFC70}" type="datetime1">
              <a:rPr lang="en-US" smtClean="0"/>
              <a:t>3/4/2026</a:t>
            </a:fld>
            <a:endParaRPr lang="en-US"/>
          </a:p>
        </p:txBody>
      </p:sp>
      <p:sp>
        <p:nvSpPr>
          <p:cNvPr id="6" name="Slide Number Placeholder 5">
            <a:extLst>
              <a:ext uri="{FF2B5EF4-FFF2-40B4-BE49-F238E27FC236}">
                <a16:creationId xmlns:a16="http://schemas.microsoft.com/office/drawing/2014/main" id="{6C13B4AE-32E8-CAFF-4A3C-6CBE4FFFA843}"/>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a:p>
        </p:txBody>
      </p:sp>
      <p:cxnSp>
        <p:nvCxnSpPr>
          <p:cNvPr id="7" name="Straight Connector 6">
            <a:extLst>
              <a:ext uri="{FF2B5EF4-FFF2-40B4-BE49-F238E27FC236}">
                <a16:creationId xmlns:a16="http://schemas.microsoft.com/office/drawing/2014/main" id="{9BFA0DE8-9E4B-D747-CB64-14B8DEDC02EA}"/>
              </a:ext>
            </a:extLst>
          </p:cNvPr>
          <p:cNvCxnSpPr>
            <a:cxnSpLocks/>
          </p:cNvCxnSpPr>
          <p:nvPr/>
        </p:nvCxnSpPr>
        <p:spPr>
          <a:xfrm flipH="1">
            <a:off x="0" y="459932"/>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95FFB35-3AE5-1BED-838E-1C6BC98721BC}"/>
              </a:ext>
            </a:extLst>
          </p:cNvPr>
          <p:cNvCxnSpPr>
            <a:cxnSpLocks/>
          </p:cNvCxnSpPr>
          <p:nvPr/>
        </p:nvCxnSpPr>
        <p:spPr>
          <a:xfrm>
            <a:off x="11734800"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19179777"/>
      </p:ext>
    </p:extLst>
  </p:cSld>
  <p:clrMapOvr>
    <a:overrideClrMapping bg1="dk1" tx1="lt1" bg2="dk2" tx2="lt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Agenda">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E02D18C4-A1A8-6CA4-B4A2-0E9791DC7F71}"/>
              </a:ext>
            </a:extLst>
          </p:cNvPr>
          <p:cNvSpPr/>
          <p:nvPr/>
        </p:nvSpPr>
        <p:spPr>
          <a:xfrm>
            <a:off x="0" y="0"/>
            <a:ext cx="12192000" cy="6858000"/>
          </a:xfrm>
          <a:prstGeom prst="rect">
            <a:avLst/>
          </a:prstGeom>
          <a:solidFill>
            <a:schemeClr val="bg2">
              <a:lumMod val="90000"/>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57201" y="463362"/>
            <a:ext cx="11122507" cy="1162632"/>
          </a:xfrm>
        </p:spPr>
        <p:txBody>
          <a:bodyPr anchor="ctr">
            <a:normAutofit/>
          </a:bodyPr>
          <a:lstStyle>
            <a:lvl1pPr>
              <a:defRPr sz="7200" cap="all" baseline="0">
                <a:solidFill>
                  <a:schemeClr val="accent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479085" y="2249592"/>
            <a:ext cx="6100623" cy="3787062"/>
          </a:xfrm>
        </p:spPr>
        <p:txBody>
          <a:bodyPr vert="horz" lIns="91440" tIns="45720" rIns="91440" bIns="45720" rtlCol="0">
            <a:normAutofit/>
          </a:bodyPr>
          <a:lstStyle>
            <a:lvl1pPr marL="457200" indent="-457200">
              <a:buFont typeface="+mj-lt"/>
              <a:buAutoNum type="arabicPeriod"/>
              <a:defRPr lang="en-US" sz="2000" dirty="0">
                <a:solidFill>
                  <a:schemeClr val="tx2"/>
                </a:solidFill>
              </a:defRPr>
            </a:lvl1pPr>
            <a:lvl2pPr marL="571500" indent="-342900">
              <a:buFont typeface="+mj-lt"/>
              <a:buAutoNum type="arabicPeriod"/>
              <a:defRPr lang="en-US" sz="1800" dirty="0">
                <a:solidFill>
                  <a:schemeClr val="tx2"/>
                </a:solidFill>
              </a:defRPr>
            </a:lvl2pPr>
            <a:lvl3pPr marL="800100" indent="-342900">
              <a:buFont typeface="+mj-lt"/>
              <a:buAutoNum type="arabicPeriod"/>
              <a:defRPr lang="en-US" sz="1600" dirty="0">
                <a:solidFill>
                  <a:schemeClr val="tx2"/>
                </a:solidFill>
              </a:defRPr>
            </a:lvl3pPr>
            <a:lvl4pPr marL="1028700" indent="-342900">
              <a:buFont typeface="+mj-lt"/>
              <a:buAutoNum type="arabicPeriod"/>
              <a:defRPr lang="en-US" sz="1400" dirty="0">
                <a:solidFill>
                  <a:schemeClr val="tx2"/>
                </a:solidFill>
              </a:defRPr>
            </a:lvl4pPr>
            <a:lvl5pPr marL="1257300" indent="-342900">
              <a:buFont typeface="+mj-lt"/>
              <a:buAutoNum type="arabicPeriod"/>
              <a:defRPr lang="en-US" sz="1400" dirty="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457200" y="6445997"/>
            <a:ext cx="3949302" cy="365125"/>
          </a:xfrm>
        </p:spPr>
        <p:txBody>
          <a:bodyPr/>
          <a:lstStyle>
            <a:lvl1pPr>
              <a:defRPr>
                <a:solidFill>
                  <a:schemeClr val="tx2"/>
                </a:solidFill>
              </a:defRPr>
            </a:lvl1p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lvl1pPr>
              <a:defRPr>
                <a:solidFill>
                  <a:schemeClr val="tx2"/>
                </a:solidFill>
              </a:defRPr>
            </a:lvl1pPr>
          </a:lstStyle>
          <a:p>
            <a:fld id="{30A4DEF6-D0A5-424B-A38E-B8028C0E0D08}" type="datetime1">
              <a:rPr lang="en-US" smtClean="0"/>
              <a:t>3/4/2026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a:p>
        </p:txBody>
      </p:sp>
      <p:cxnSp>
        <p:nvCxnSpPr>
          <p:cNvPr id="11" name="Straight Connector 10">
            <a:extLst>
              <a:ext uri="{FF2B5EF4-FFF2-40B4-BE49-F238E27FC236}">
                <a16:creationId xmlns:a16="http://schemas.microsoft.com/office/drawing/2014/main" id="{F06406B2-3637-5849-867E-A0ADC9D9DDA5}"/>
              </a:ext>
            </a:extLst>
          </p:cNvPr>
          <p:cNvCxnSpPr>
            <a:cxnSpLocks/>
          </p:cNvCxnSpPr>
          <p:nvPr/>
        </p:nvCxnSpPr>
        <p:spPr>
          <a:xfrm flipH="1">
            <a:off x="0" y="1822345"/>
            <a:ext cx="12192000" cy="0"/>
          </a:xfrm>
          <a:prstGeom prst="line">
            <a:avLst/>
          </a:prstGeom>
          <a:ln w="12700">
            <a:solidFill>
              <a:schemeClr val="tx1">
                <a:lumMod val="75000"/>
                <a:lumOff val="2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0E47964-42E3-09B6-4B3F-96D1060D072B}"/>
              </a:ext>
            </a:extLst>
          </p:cNvPr>
          <p:cNvCxnSpPr>
            <a:cxnSpLocks/>
          </p:cNvCxnSpPr>
          <p:nvPr/>
        </p:nvCxnSpPr>
        <p:spPr>
          <a:xfrm flipH="1">
            <a:off x="0" y="6398068"/>
            <a:ext cx="12192000" cy="0"/>
          </a:xfrm>
          <a:prstGeom prst="line">
            <a:avLst/>
          </a:prstGeom>
          <a:ln w="9525">
            <a:solidFill>
              <a:schemeClr val="tx1">
                <a:lumMod val="75000"/>
                <a:lumOff val="25000"/>
                <a:alpha val="3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3126687"/>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Agenda 2">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58E6B6D-2F30-4BA9-2B55-62940E3BFCA3}"/>
              </a:ext>
            </a:extLst>
          </p:cNvPr>
          <p:cNvSpPr/>
          <p:nvPr/>
        </p:nvSpPr>
        <p:spPr>
          <a:xfrm>
            <a:off x="0" y="0"/>
            <a:ext cx="12192000" cy="6858000"/>
          </a:xfrm>
          <a:prstGeom prst="rect">
            <a:avLst/>
          </a:prstGeom>
          <a:solidFill>
            <a:schemeClr val="bg2">
              <a:lumMod val="90000"/>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57201" y="1118941"/>
            <a:ext cx="6565392" cy="5200516"/>
          </a:xfrm>
        </p:spPr>
        <p:txBody>
          <a:bodyPr anchor="b">
            <a:normAutofit/>
          </a:bodyPr>
          <a:lstStyle>
            <a:lvl1pPr>
              <a:lnSpc>
                <a:spcPct val="80000"/>
              </a:lnSpc>
              <a:defRPr sz="8000" cap="all" baseline="0">
                <a:solidFill>
                  <a:schemeClr val="accent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857689" y="532759"/>
            <a:ext cx="3877110" cy="5463437"/>
          </a:xfrm>
        </p:spPr>
        <p:txBody>
          <a:bodyPr vert="horz" lIns="91440" tIns="45720" rIns="91440" bIns="45720" rtlCol="0">
            <a:normAutofit/>
          </a:bodyPr>
          <a:lstStyle>
            <a:lvl1pPr marL="457200" indent="-457200">
              <a:buFont typeface="+mj-lt"/>
              <a:buAutoNum type="arabicPeriod"/>
              <a:defRPr lang="en-US" sz="1800" dirty="0">
                <a:solidFill>
                  <a:schemeClr val="tx2"/>
                </a:solidFill>
              </a:defRPr>
            </a:lvl1pPr>
            <a:lvl2pPr marL="571500" indent="-342900">
              <a:buFont typeface="+mj-lt"/>
              <a:buAutoNum type="arabicPeriod"/>
              <a:defRPr lang="en-US" sz="1600" dirty="0">
                <a:solidFill>
                  <a:schemeClr val="tx2"/>
                </a:solidFill>
              </a:defRPr>
            </a:lvl2pPr>
            <a:lvl3pPr marL="800100" indent="-342900">
              <a:buFont typeface="+mj-lt"/>
              <a:buAutoNum type="arabicPeriod"/>
              <a:defRPr lang="en-US" sz="1600" dirty="0">
                <a:solidFill>
                  <a:schemeClr val="tx2"/>
                </a:solidFill>
              </a:defRPr>
            </a:lvl3pPr>
            <a:lvl4pPr marL="1028700" indent="-342900">
              <a:buFont typeface="+mj-lt"/>
              <a:buAutoNum type="arabicPeriod"/>
              <a:defRPr lang="en-US" sz="1400" dirty="0">
                <a:solidFill>
                  <a:schemeClr val="tx2"/>
                </a:solidFill>
              </a:defRPr>
            </a:lvl4pPr>
            <a:lvl5pPr marL="1257300" indent="-342900">
              <a:buFont typeface="+mj-lt"/>
              <a:buAutoNum type="arabicPeriod"/>
              <a:defRPr lang="en-US" sz="1400" dirty="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457200" y="6445997"/>
            <a:ext cx="3949302" cy="365125"/>
          </a:xfrm>
        </p:spPr>
        <p:txBody>
          <a:bodyPr/>
          <a:lstStyle>
            <a:lvl1pPr>
              <a:defRPr>
                <a:solidFill>
                  <a:schemeClr val="tx2"/>
                </a:solidFill>
              </a:defRPr>
            </a:lvl1p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lvl1pPr>
              <a:defRPr>
                <a:solidFill>
                  <a:schemeClr val="tx2"/>
                </a:solidFill>
              </a:defRPr>
            </a:lvl1pPr>
          </a:lstStyle>
          <a:p>
            <a:fld id="{AC46AD62-1AB6-4EFB-8DBD-6D00C7B465F9}" type="datetime1">
              <a:rPr lang="en-US" smtClean="0"/>
              <a:t>3/4/2026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a:p>
        </p:txBody>
      </p:sp>
      <p:cxnSp>
        <p:nvCxnSpPr>
          <p:cNvPr id="15" name="Straight Connector 14">
            <a:extLst>
              <a:ext uri="{FF2B5EF4-FFF2-40B4-BE49-F238E27FC236}">
                <a16:creationId xmlns:a16="http://schemas.microsoft.com/office/drawing/2014/main" id="{40E47964-42E3-09B6-4B3F-96D1060D072B}"/>
              </a:ext>
            </a:extLst>
          </p:cNvPr>
          <p:cNvCxnSpPr>
            <a:cxnSpLocks/>
          </p:cNvCxnSpPr>
          <p:nvPr/>
        </p:nvCxnSpPr>
        <p:spPr>
          <a:xfrm flipH="1">
            <a:off x="0" y="6398068"/>
            <a:ext cx="12192000" cy="0"/>
          </a:xfrm>
          <a:prstGeom prst="line">
            <a:avLst/>
          </a:prstGeom>
          <a:ln w="9525">
            <a:solidFill>
              <a:schemeClr val="tx1">
                <a:lumMod val="75000"/>
                <a:lumOff val="2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25DD64E6-257D-65B2-D2A7-6A1002E1E580}"/>
              </a:ext>
            </a:extLst>
          </p:cNvPr>
          <p:cNvCxnSpPr>
            <a:cxnSpLocks/>
          </p:cNvCxnSpPr>
          <p:nvPr/>
        </p:nvCxnSpPr>
        <p:spPr>
          <a:xfrm>
            <a:off x="7400490"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65767442"/>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Agenda with Picture">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0D0A563-F018-FFF1-B911-D69E42CEEAA5}"/>
              </a:ext>
            </a:extLst>
          </p:cNvPr>
          <p:cNvSpPr/>
          <p:nvPr/>
        </p:nvSpPr>
        <p:spPr>
          <a:xfrm>
            <a:off x="0" y="0"/>
            <a:ext cx="12192000" cy="6858000"/>
          </a:xfrm>
          <a:prstGeom prst="rect">
            <a:avLst/>
          </a:prstGeom>
          <a:solidFill>
            <a:schemeClr val="bg2">
              <a:lumMod val="90000"/>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57201" y="463362"/>
            <a:ext cx="11130279" cy="1162632"/>
          </a:xfrm>
        </p:spPr>
        <p:txBody>
          <a:bodyPr anchor="ctr">
            <a:normAutofit/>
          </a:bodyPr>
          <a:lstStyle>
            <a:lvl1pPr>
              <a:defRPr sz="7200" cap="all" baseline="0">
                <a:solidFill>
                  <a:schemeClr val="accent1"/>
                </a:solidFill>
              </a:defRPr>
            </a:lvl1pPr>
          </a:lstStyle>
          <a:p>
            <a:r>
              <a:rPr lang="en-US"/>
              <a:t>Click to edit Master title style</a:t>
            </a:r>
          </a:p>
        </p:txBody>
      </p:sp>
      <p:sp>
        <p:nvSpPr>
          <p:cNvPr id="8" name="Picture Placeholder 7">
            <a:extLst>
              <a:ext uri="{FF2B5EF4-FFF2-40B4-BE49-F238E27FC236}">
                <a16:creationId xmlns:a16="http://schemas.microsoft.com/office/drawing/2014/main" id="{5DA2B1BE-7DDF-C8B4-6A46-21B5A0257D08}"/>
              </a:ext>
            </a:extLst>
          </p:cNvPr>
          <p:cNvSpPr>
            <a:spLocks noGrp="1"/>
          </p:cNvSpPr>
          <p:nvPr>
            <p:ph type="pic" sz="quarter" idx="14" hasCustomPrompt="1"/>
          </p:nvPr>
        </p:nvSpPr>
        <p:spPr>
          <a:xfrm>
            <a:off x="-8364" y="1830708"/>
            <a:ext cx="5321063" cy="4563927"/>
          </a:xfrm>
          <a:blipFill dpi="0" rotWithShape="1">
            <a:blip r:embed="rId2">
              <a:alphaModFix amt="80000"/>
            </a:blip>
            <a:srcRect/>
            <a:stretch>
              <a:fillRect/>
            </a:stretch>
          </a:blipFill>
        </p:spPr>
        <p:txBody>
          <a:bodyPr/>
          <a:lstStyle>
            <a:lvl1pPr marL="0" indent="0">
              <a:buNone/>
              <a:defRPr/>
            </a:lvl1pPr>
          </a:lstStyle>
          <a:p>
            <a:r>
              <a:rPr lang="en-US"/>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846552" y="2191025"/>
            <a:ext cx="5733156" cy="3894807"/>
          </a:xfrm>
        </p:spPr>
        <p:txBody>
          <a:bodyPr vert="horz" lIns="91440" tIns="45720" rIns="91440" bIns="45720" rtlCol="0">
            <a:normAutofit/>
          </a:bodyPr>
          <a:lstStyle>
            <a:lvl1pPr marL="457200" indent="-457200">
              <a:buFont typeface="+mj-lt"/>
              <a:buAutoNum type="arabicPeriod"/>
              <a:defRPr lang="en-US" sz="2000" dirty="0">
                <a:solidFill>
                  <a:schemeClr val="tx2"/>
                </a:solidFill>
              </a:defRPr>
            </a:lvl1pPr>
            <a:lvl2pPr marL="571500" indent="-342900">
              <a:buFont typeface="+mj-lt"/>
              <a:buAutoNum type="arabicPeriod"/>
              <a:defRPr lang="en-US" sz="1800" dirty="0">
                <a:solidFill>
                  <a:schemeClr val="tx2"/>
                </a:solidFill>
              </a:defRPr>
            </a:lvl2pPr>
            <a:lvl3pPr marL="800100" indent="-342900">
              <a:buFont typeface="+mj-lt"/>
              <a:buAutoNum type="arabicPeriod"/>
              <a:defRPr lang="en-US" sz="1600" dirty="0">
                <a:solidFill>
                  <a:schemeClr val="tx2"/>
                </a:solidFill>
              </a:defRPr>
            </a:lvl3pPr>
            <a:lvl4pPr marL="1028700" indent="-342900">
              <a:buFont typeface="+mj-lt"/>
              <a:buAutoNum type="arabicPeriod"/>
              <a:defRPr lang="en-US" sz="1400" dirty="0">
                <a:solidFill>
                  <a:schemeClr val="tx2"/>
                </a:solidFill>
              </a:defRPr>
            </a:lvl4pPr>
            <a:lvl5pPr marL="1257300" indent="-342900">
              <a:buFont typeface="+mj-lt"/>
              <a:buAutoNum type="arabicPeriod"/>
              <a:defRPr lang="en-US" sz="1400" dirty="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457200" y="6445997"/>
            <a:ext cx="3949302" cy="365125"/>
          </a:xfrm>
        </p:spPr>
        <p:txBody>
          <a:bodyPr/>
          <a:lstStyle>
            <a:lvl1pPr>
              <a:defRPr>
                <a:solidFill>
                  <a:schemeClr val="tx2"/>
                </a:solidFill>
              </a:defRPr>
            </a:lvl1p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lvl1pPr>
              <a:defRPr>
                <a:solidFill>
                  <a:schemeClr val="tx2"/>
                </a:solidFill>
              </a:defRPr>
            </a:lvl1pPr>
          </a:lstStyle>
          <a:p>
            <a:fld id="{2B09C6DF-0139-4F07-BF9C-4309D0C9DCA6}" type="datetime1">
              <a:rPr lang="en-US" smtClean="0"/>
              <a:t>3/4/2026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a:p>
        </p:txBody>
      </p:sp>
      <p:cxnSp>
        <p:nvCxnSpPr>
          <p:cNvPr id="11" name="Straight Connector 10">
            <a:extLst>
              <a:ext uri="{FF2B5EF4-FFF2-40B4-BE49-F238E27FC236}">
                <a16:creationId xmlns:a16="http://schemas.microsoft.com/office/drawing/2014/main" id="{F06406B2-3637-5849-867E-A0ADC9D9DDA5}"/>
              </a:ext>
            </a:extLst>
          </p:cNvPr>
          <p:cNvCxnSpPr>
            <a:cxnSpLocks/>
          </p:cNvCxnSpPr>
          <p:nvPr/>
        </p:nvCxnSpPr>
        <p:spPr>
          <a:xfrm flipH="1">
            <a:off x="0" y="1822345"/>
            <a:ext cx="12192000" cy="0"/>
          </a:xfrm>
          <a:prstGeom prst="line">
            <a:avLst/>
          </a:prstGeom>
          <a:ln w="9525">
            <a:solidFill>
              <a:schemeClr val="tx1">
                <a:lumMod val="75000"/>
                <a:lumOff val="2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0E47964-42E3-09B6-4B3F-96D1060D072B}"/>
              </a:ext>
            </a:extLst>
          </p:cNvPr>
          <p:cNvCxnSpPr>
            <a:cxnSpLocks/>
          </p:cNvCxnSpPr>
          <p:nvPr/>
        </p:nvCxnSpPr>
        <p:spPr>
          <a:xfrm flipH="1">
            <a:off x="0" y="6398068"/>
            <a:ext cx="12192000" cy="0"/>
          </a:xfrm>
          <a:prstGeom prst="line">
            <a:avLst/>
          </a:prstGeom>
          <a:ln w="9525">
            <a:solidFill>
              <a:schemeClr val="tx1">
                <a:lumMod val="75000"/>
                <a:lumOff val="2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25DD64E6-257D-65B2-D2A7-6A1002E1E580}"/>
              </a:ext>
            </a:extLst>
          </p:cNvPr>
          <p:cNvCxnSpPr>
            <a:cxnSpLocks/>
          </p:cNvCxnSpPr>
          <p:nvPr/>
        </p:nvCxnSpPr>
        <p:spPr>
          <a:xfrm>
            <a:off x="5321065" y="1822345"/>
            <a:ext cx="0" cy="5035655"/>
          </a:xfrm>
          <a:prstGeom prst="line">
            <a:avLst/>
          </a:prstGeom>
          <a:ln w="9525">
            <a:solidFill>
              <a:schemeClr val="tx1">
                <a:lumMod val="75000"/>
                <a:lumOff val="25000"/>
                <a:alpha val="3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09607881"/>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2919167" y="860128"/>
            <a:ext cx="6353666" cy="1711083"/>
          </a:xfrm>
        </p:spPr>
        <p:txBody>
          <a:bodyPr anchor="b">
            <a:normAutofit/>
          </a:bodyPr>
          <a:lstStyle>
            <a:lvl1pPr algn="ctr">
              <a:defRPr sz="3200">
                <a:solidFill>
                  <a:schemeClr val="tx2"/>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3306618" y="3155112"/>
            <a:ext cx="5578764" cy="2442120"/>
          </a:xfrm>
        </p:spPr>
        <p:txBody>
          <a:bodyPr anchor="t"/>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a:lstStyle/>
          <a:p>
            <a:r>
              <a:rPr lang="en-US"/>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BF50FAFF-A1AC-4B36-A522-D3A2BD4C7FC3}" type="datetime1">
              <a:rPr lang="en-US" smtClean="0"/>
              <a:t>3/4/2026</a:t>
            </a:fld>
            <a:endParaRPr lang="en-US"/>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a:p>
        </p:txBody>
      </p:sp>
      <p:cxnSp>
        <p:nvCxnSpPr>
          <p:cNvPr id="8" name="Straight Connector 7">
            <a:extLst>
              <a:ext uri="{FF2B5EF4-FFF2-40B4-BE49-F238E27FC236}">
                <a16:creationId xmlns:a16="http://schemas.microsoft.com/office/drawing/2014/main" id="{2682F24D-05C9-B6C7-3A94-C06130BFE9B2}"/>
              </a:ext>
            </a:extLst>
          </p:cNvPr>
          <p:cNvCxnSpPr>
            <a:cxnSpLocks/>
          </p:cNvCxnSpPr>
          <p:nvPr/>
        </p:nvCxnSpPr>
        <p:spPr>
          <a:xfrm flipH="1">
            <a:off x="0" y="2783179"/>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6293223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3494711" y="845617"/>
            <a:ext cx="5897862" cy="1436331"/>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3494711" y="2910484"/>
            <a:ext cx="5897862" cy="30663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a:lstStyle/>
          <a:p>
            <a:r>
              <a:rPr lang="en-US"/>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4267E660-7124-4C3A-8AAA-B41D80ACF1A9}" type="datetime1">
              <a:rPr lang="en-US" smtClean="0"/>
              <a:t>3/4/2026</a:t>
            </a:fld>
            <a:endParaRPr lang="en-US"/>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a:p>
        </p:txBody>
      </p:sp>
      <p:cxnSp>
        <p:nvCxnSpPr>
          <p:cNvPr id="15" name="Straight Connector 14">
            <a:extLst>
              <a:ext uri="{FF2B5EF4-FFF2-40B4-BE49-F238E27FC236}">
                <a16:creationId xmlns:a16="http://schemas.microsoft.com/office/drawing/2014/main" id="{A1AB0C69-C415-7A7B-376B-69AA51CE6A5E}"/>
              </a:ext>
            </a:extLst>
          </p:cNvPr>
          <p:cNvCxnSpPr>
            <a:cxnSpLocks/>
          </p:cNvCxnSpPr>
          <p:nvPr/>
        </p:nvCxnSpPr>
        <p:spPr>
          <a:xfrm flipH="1">
            <a:off x="0" y="2536524"/>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4CFDABE4-7855-701A-F892-8CE2C6CE02A5}"/>
              </a:ext>
            </a:extLst>
          </p:cNvPr>
          <p:cNvCxnSpPr>
            <a:cxnSpLocks/>
          </p:cNvCxnSpPr>
          <p:nvPr/>
        </p:nvCxnSpPr>
        <p:spPr>
          <a:xfrm>
            <a:off x="3019559"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48796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200" y="721299"/>
            <a:ext cx="3689927" cy="1486906"/>
          </a:xfrm>
        </p:spPr>
        <p:txBody>
          <a:bodyPr anchor="t"/>
          <a:lstStyle>
            <a:lvl1pPr>
              <a:defRPr>
                <a:solidFill>
                  <a:schemeClr val="tx2"/>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4904515" y="2780147"/>
            <a:ext cx="6567049" cy="33598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6F2F4876-ABF6-46E9-AABB-9093F4FF9830}" type="datetime1">
              <a:rPr lang="en-US" smtClean="0"/>
              <a:t>3/4/2026</a:t>
            </a:fld>
            <a:endParaRPr lang="en-US"/>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a:p>
        </p:txBody>
      </p:sp>
      <p:cxnSp>
        <p:nvCxnSpPr>
          <p:cNvPr id="11" name="Straight Connector 10">
            <a:extLst>
              <a:ext uri="{FF2B5EF4-FFF2-40B4-BE49-F238E27FC236}">
                <a16:creationId xmlns:a16="http://schemas.microsoft.com/office/drawing/2014/main" id="{4BF5C1EC-3A2D-2E51-65A6-6155B3776C4A}"/>
              </a:ext>
            </a:extLst>
          </p:cNvPr>
          <p:cNvCxnSpPr>
            <a:cxnSpLocks/>
          </p:cNvCxnSpPr>
          <p:nvPr/>
        </p:nvCxnSpPr>
        <p:spPr>
          <a:xfrm flipH="1">
            <a:off x="0" y="2397979"/>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F797FEE4-9B7E-CE58-4AA3-EC6E3E1861F3}"/>
              </a:ext>
            </a:extLst>
          </p:cNvPr>
          <p:cNvCxnSpPr>
            <a:cxnSpLocks/>
          </p:cNvCxnSpPr>
          <p:nvPr/>
        </p:nvCxnSpPr>
        <p:spPr>
          <a:xfrm>
            <a:off x="4469245"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9500629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3360">
          <p15:clr>
            <a:srgbClr val="FBAE40"/>
          </p15:clr>
        </p15:guide>
        <p15:guide id="4" pos="2928">
          <p15:clr>
            <a:srgbClr val="FBAE40"/>
          </p15:clr>
        </p15:guide>
        <p15:guide id="5" pos="4752">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200" y="1163119"/>
            <a:ext cx="4152377" cy="3434657"/>
          </a:xfrm>
        </p:spPr>
        <p:txBody>
          <a:bodyPr anchor="t"/>
          <a:lstStyle>
            <a:lvl1pPr>
              <a:defRPr>
                <a:solidFill>
                  <a:schemeClr val="tx2"/>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5824602" y="1153691"/>
            <a:ext cx="5496988" cy="45683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64D7CF1F-58DF-43AF-921D-9C5F21D87011}" type="datetime1">
              <a:rPr lang="en-US" smtClean="0"/>
              <a:t>3/4/2026</a:t>
            </a:fld>
            <a:endParaRPr lang="en-US"/>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a:p>
        </p:txBody>
      </p:sp>
      <p:cxnSp>
        <p:nvCxnSpPr>
          <p:cNvPr id="10" name="Straight Connector 9">
            <a:extLst>
              <a:ext uri="{FF2B5EF4-FFF2-40B4-BE49-F238E27FC236}">
                <a16:creationId xmlns:a16="http://schemas.microsoft.com/office/drawing/2014/main" id="{E151E503-5C8D-3CDA-5CC2-A56B4F2A6193}"/>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6BEA2129-EA91-4982-7EB1-1F590E56CA3B}"/>
              </a:ext>
            </a:extLst>
          </p:cNvPr>
          <p:cNvCxnSpPr>
            <a:cxnSpLocks/>
          </p:cNvCxnSpPr>
          <p:nvPr/>
        </p:nvCxnSpPr>
        <p:spPr>
          <a:xfrm>
            <a:off x="5323105"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9559784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200" y="720473"/>
            <a:ext cx="3664107" cy="3864052"/>
          </a:xfrm>
        </p:spPr>
        <p:txBody>
          <a:bodyPr anchor="t"/>
          <a:lstStyle>
            <a:lvl1pPr>
              <a:defRPr>
                <a:solidFill>
                  <a:schemeClr val="tx2"/>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5270349" y="720473"/>
            <a:ext cx="6309360" cy="5303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6F9649F7-D424-4C48-9F1A-F9E6A6464624}" type="datetime1">
              <a:rPr lang="en-US" smtClean="0"/>
              <a:t>3/4/2026</a:t>
            </a:fld>
            <a:endParaRPr lang="en-US"/>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a:p>
        </p:txBody>
      </p:sp>
      <p:cxnSp>
        <p:nvCxnSpPr>
          <p:cNvPr id="9" name="Straight Connector 8">
            <a:extLst>
              <a:ext uri="{FF2B5EF4-FFF2-40B4-BE49-F238E27FC236}">
                <a16:creationId xmlns:a16="http://schemas.microsoft.com/office/drawing/2014/main" id="{A6AC6891-86BE-FF41-E94E-AB97BFFB2322}"/>
              </a:ext>
            </a:extLst>
          </p:cNvPr>
          <p:cNvCxnSpPr>
            <a:cxnSpLocks/>
          </p:cNvCxnSpPr>
          <p:nvPr/>
        </p:nvCxnSpPr>
        <p:spPr>
          <a:xfrm>
            <a:off x="4643464"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151E503-5C8D-3CDA-5CC2-A56B4F2A6193}"/>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5961668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Content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200" y="720473"/>
            <a:ext cx="3280573" cy="3864052"/>
          </a:xfrm>
        </p:spPr>
        <p:txBody>
          <a:bodyPr anchor="t"/>
          <a:lstStyle>
            <a:lvl1pPr>
              <a:defRPr>
                <a:solidFill>
                  <a:schemeClr val="tx2"/>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4662388" y="720473"/>
            <a:ext cx="7072408" cy="5486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280570" cy="365125"/>
          </a:xfrm>
        </p:spPr>
        <p:txBody>
          <a:bodyPr/>
          <a:lstStyle/>
          <a:p>
            <a:r>
              <a:rPr lang="en-US"/>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AFF038B1-676A-4930-9A2B-D361CEEB3399}" type="datetime1">
              <a:rPr lang="en-US" smtClean="0"/>
              <a:t>3/4/2026</a:t>
            </a:fld>
            <a:endParaRPr lang="en-US"/>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a:p>
        </p:txBody>
      </p:sp>
      <p:cxnSp>
        <p:nvCxnSpPr>
          <p:cNvPr id="9" name="Straight Connector 8">
            <a:extLst>
              <a:ext uri="{FF2B5EF4-FFF2-40B4-BE49-F238E27FC236}">
                <a16:creationId xmlns:a16="http://schemas.microsoft.com/office/drawing/2014/main" id="{A6AC6891-86BE-FF41-E94E-AB97BFFB2322}"/>
              </a:ext>
            </a:extLst>
          </p:cNvPr>
          <p:cNvCxnSpPr>
            <a:cxnSpLocks/>
          </p:cNvCxnSpPr>
          <p:nvPr/>
        </p:nvCxnSpPr>
        <p:spPr>
          <a:xfrm>
            <a:off x="4140231"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151E503-5C8D-3CDA-5CC2-A56B4F2A6193}"/>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7144419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911995" y="559483"/>
            <a:ext cx="6825541" cy="1009652"/>
          </a:xfrm>
        </p:spPr>
        <p:txBody>
          <a:bodyPr anchor="b"/>
          <a:lstStyle/>
          <a:p>
            <a:r>
              <a:rPr lang="en-US"/>
              <a:t>Click to edit Master title style</a:t>
            </a:r>
          </a:p>
        </p:txBody>
      </p:sp>
      <p:sp>
        <p:nvSpPr>
          <p:cNvPr id="19" name="Picture Placeholder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0" y="1"/>
            <a:ext cx="4421943" cy="6398066"/>
          </a:xfrm>
          <a:blipFill dpi="0" rotWithShape="1">
            <a:blip r:embed="rId2">
              <a:alphaModFix amt="80000"/>
            </a:blip>
            <a:srcRect/>
            <a:stretch>
              <a:fillRect/>
            </a:stretch>
          </a:blipFill>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4911994" y="2083837"/>
            <a:ext cx="6825545" cy="4032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811448" cy="365125"/>
          </a:xfrm>
        </p:spPr>
        <p:txBody>
          <a:bodyPr/>
          <a:lstStyle/>
          <a:p>
            <a:r>
              <a:rPr lang="en-US"/>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A520E1D3-9897-4F62-B20F-820B96903029}" type="datetime1">
              <a:rPr lang="en-US" smtClean="0"/>
              <a:t>3/4/2026</a:t>
            </a:fld>
            <a:endParaRPr lang="en-US"/>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a:p>
        </p:txBody>
      </p:sp>
      <p:cxnSp>
        <p:nvCxnSpPr>
          <p:cNvPr id="14" name="Straight Connector 13">
            <a:extLst>
              <a:ext uri="{FF2B5EF4-FFF2-40B4-BE49-F238E27FC236}">
                <a16:creationId xmlns:a16="http://schemas.microsoft.com/office/drawing/2014/main" id="{6EB92977-9D16-C370-F779-0B9C67993046}"/>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254AC9C-312D-B8D1-5D04-C0CE07B464DB}"/>
              </a:ext>
            </a:extLst>
          </p:cNvPr>
          <p:cNvCxnSpPr>
            <a:cxnSpLocks/>
          </p:cNvCxnSpPr>
          <p:nvPr/>
        </p:nvCxnSpPr>
        <p:spPr>
          <a:xfrm>
            <a:off x="4423739"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F4F50A3-1136-13EC-E499-F6DDCBFE375F}"/>
              </a:ext>
            </a:extLst>
          </p:cNvPr>
          <p:cNvCxnSpPr>
            <a:cxnSpLocks/>
          </p:cNvCxnSpPr>
          <p:nvPr/>
        </p:nvCxnSpPr>
        <p:spPr>
          <a:xfrm flipH="1">
            <a:off x="4425535" y="1810995"/>
            <a:ext cx="7750205"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3057446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201" y="557784"/>
            <a:ext cx="6781799" cy="1009652"/>
          </a:xfrm>
        </p:spPr>
        <p:txBody>
          <a:bodyPr anchor="b"/>
          <a:lstStyle/>
          <a:p>
            <a:r>
              <a:rPr lang="en-US"/>
              <a:t>Click to edit Master title style</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457200" y="2084832"/>
            <a:ext cx="6781800" cy="4032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Picture Placeholder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7758244" y="1"/>
            <a:ext cx="4441796" cy="6398066"/>
          </a:xfrm>
          <a:blipFill dpi="0" rotWithShape="1">
            <a:blip r:embed="rId2">
              <a:alphaModFix amt="80000"/>
            </a:blip>
            <a:srcRect/>
            <a:stretch>
              <a:fillRect/>
            </a:stretch>
          </a:blipFill>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a:lstStyle/>
          <a:p>
            <a:r>
              <a:rPr lang="en-US"/>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77910969-82E1-4DC2-8A32-95F8999F3C79}" type="datetime1">
              <a:rPr lang="en-US" smtClean="0"/>
              <a:t>3/4/2026</a:t>
            </a:fld>
            <a:endParaRPr lang="en-US"/>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a:p>
        </p:txBody>
      </p:sp>
      <p:cxnSp>
        <p:nvCxnSpPr>
          <p:cNvPr id="14" name="Straight Connector 13">
            <a:extLst>
              <a:ext uri="{FF2B5EF4-FFF2-40B4-BE49-F238E27FC236}">
                <a16:creationId xmlns:a16="http://schemas.microsoft.com/office/drawing/2014/main" id="{6EB92977-9D16-C370-F779-0B9C67993046}"/>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254AC9C-312D-B8D1-5D04-C0CE07B464DB}"/>
              </a:ext>
            </a:extLst>
          </p:cNvPr>
          <p:cNvCxnSpPr>
            <a:cxnSpLocks/>
          </p:cNvCxnSpPr>
          <p:nvPr/>
        </p:nvCxnSpPr>
        <p:spPr>
          <a:xfrm>
            <a:off x="7750205"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F4F50A3-1136-13EC-E499-F6DDCBFE375F}"/>
              </a:ext>
            </a:extLst>
          </p:cNvPr>
          <p:cNvCxnSpPr>
            <a:cxnSpLocks/>
          </p:cNvCxnSpPr>
          <p:nvPr/>
        </p:nvCxnSpPr>
        <p:spPr>
          <a:xfrm flipH="1">
            <a:off x="0" y="1810512"/>
            <a:ext cx="7750205"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7450344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472644" y="669386"/>
            <a:ext cx="7231413" cy="1005840"/>
          </a:xfrm>
        </p:spPr>
        <p:txBody>
          <a:bodyPr/>
          <a:lstStyle/>
          <a:p>
            <a:r>
              <a:rPr lang="en-US"/>
              <a:t>Click to edit Master title style</a:t>
            </a:r>
          </a:p>
        </p:txBody>
      </p:sp>
      <p:sp>
        <p:nvSpPr>
          <p:cNvPr id="19" name="Picture Placeholder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8994" y="-5468"/>
            <a:ext cx="4011836" cy="6398066"/>
          </a:xfrm>
          <a:blipFill dpi="0" rotWithShape="1">
            <a:blip r:embed="rId2">
              <a:alphaModFix amt="80000"/>
            </a:blip>
            <a:srcRect/>
            <a:stretch>
              <a:fillRect/>
            </a:stretch>
          </a:blipFill>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4472644" y="1812385"/>
            <a:ext cx="7231407" cy="44238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408011" cy="365125"/>
          </a:xfrm>
        </p:spPr>
        <p:txBody>
          <a:bodyPr/>
          <a:lstStyle/>
          <a:p>
            <a:r>
              <a:rPr lang="en-US"/>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AFDCD3FE-7D00-42C8-AAA1-7B40C480DCD1}" type="datetime1">
              <a:rPr lang="en-US" smtClean="0"/>
              <a:t>3/4/2026</a:t>
            </a:fld>
            <a:endParaRPr lang="en-US"/>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a:p>
        </p:txBody>
      </p:sp>
      <p:cxnSp>
        <p:nvCxnSpPr>
          <p:cNvPr id="14" name="Straight Connector 13">
            <a:extLst>
              <a:ext uri="{FF2B5EF4-FFF2-40B4-BE49-F238E27FC236}">
                <a16:creationId xmlns:a16="http://schemas.microsoft.com/office/drawing/2014/main" id="{6EB92977-9D16-C370-F779-0B9C67993046}"/>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254AC9C-312D-B8D1-5D04-C0CE07B464DB}"/>
              </a:ext>
            </a:extLst>
          </p:cNvPr>
          <p:cNvCxnSpPr>
            <a:cxnSpLocks/>
          </p:cNvCxnSpPr>
          <p:nvPr/>
        </p:nvCxnSpPr>
        <p:spPr>
          <a:xfrm>
            <a:off x="4009212"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62851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200" y="680728"/>
            <a:ext cx="7281067" cy="1005840"/>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457200" y="1823728"/>
            <a:ext cx="7281061" cy="44238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Picture Placeholder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8195489" y="-6369"/>
            <a:ext cx="3996512" cy="6398066"/>
          </a:xfrm>
          <a:blipFill dpi="0" rotWithShape="1">
            <a:blip r:embed="rId2">
              <a:alphaModFix amt="80000"/>
            </a:blip>
            <a:srcRect/>
            <a:stretch>
              <a:fillRect/>
            </a:stretch>
          </a:blipFill>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a:lstStyle/>
          <a:p>
            <a:r>
              <a:rPr lang="en-US"/>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EBE49B79-F7D7-4EC9-B39C-00EEEABA80A1}" type="datetime1">
              <a:rPr lang="en-US" smtClean="0"/>
              <a:t>3/4/2026</a:t>
            </a:fld>
            <a:endParaRPr lang="en-US"/>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a:p>
        </p:txBody>
      </p:sp>
      <p:cxnSp>
        <p:nvCxnSpPr>
          <p:cNvPr id="14" name="Straight Connector 13">
            <a:extLst>
              <a:ext uri="{FF2B5EF4-FFF2-40B4-BE49-F238E27FC236}">
                <a16:creationId xmlns:a16="http://schemas.microsoft.com/office/drawing/2014/main" id="{6EB92977-9D16-C370-F779-0B9C67993046}"/>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254AC9C-312D-B8D1-5D04-C0CE07B464DB}"/>
              </a:ext>
            </a:extLst>
          </p:cNvPr>
          <p:cNvCxnSpPr>
            <a:cxnSpLocks/>
          </p:cNvCxnSpPr>
          <p:nvPr/>
        </p:nvCxnSpPr>
        <p:spPr>
          <a:xfrm>
            <a:off x="8188287"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5262375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5365423" y="678485"/>
            <a:ext cx="6369370" cy="1005840"/>
          </a:xfrm>
        </p:spPr>
        <p:txBody>
          <a:bodyPr/>
          <a:lstStyle/>
          <a:p>
            <a:r>
              <a:rPr lang="en-US"/>
              <a:t>Click to edit Master title style</a:t>
            </a:r>
          </a:p>
        </p:txBody>
      </p:sp>
      <p:sp>
        <p:nvSpPr>
          <p:cNvPr id="19" name="Picture Placeholder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0" y="-8466"/>
            <a:ext cx="4886539" cy="6398066"/>
          </a:xfrm>
          <a:blipFill dpi="0" rotWithShape="1">
            <a:blip r:embed="rId2">
              <a:alphaModFix amt="80000"/>
            </a:blip>
            <a:srcRect/>
            <a:stretch>
              <a:fillRect/>
            </a:stretch>
          </a:blipFill>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5373890" y="1821484"/>
            <a:ext cx="6360897" cy="42921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a:lstStyle/>
          <a:p>
            <a:r>
              <a:rPr lang="en-US"/>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0179C259-8124-4DF9-9476-1C574CC8A380}" type="datetime1">
              <a:rPr lang="en-US" smtClean="0"/>
              <a:t>3/4/2026</a:t>
            </a:fld>
            <a:endParaRPr lang="en-US"/>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a:p>
        </p:txBody>
      </p:sp>
      <p:cxnSp>
        <p:nvCxnSpPr>
          <p:cNvPr id="14" name="Straight Connector 13">
            <a:extLst>
              <a:ext uri="{FF2B5EF4-FFF2-40B4-BE49-F238E27FC236}">
                <a16:creationId xmlns:a16="http://schemas.microsoft.com/office/drawing/2014/main" id="{6EB92977-9D16-C370-F779-0B9C67993046}"/>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254AC9C-312D-B8D1-5D04-C0CE07B464DB}"/>
              </a:ext>
            </a:extLst>
          </p:cNvPr>
          <p:cNvCxnSpPr>
            <a:cxnSpLocks/>
          </p:cNvCxnSpPr>
          <p:nvPr/>
        </p:nvCxnSpPr>
        <p:spPr>
          <a:xfrm>
            <a:off x="4890812"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2666165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200" y="678485"/>
            <a:ext cx="6369370" cy="1005840"/>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457200" y="1821484"/>
            <a:ext cx="6360897" cy="42921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Picture Placeholder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7277100" y="-8466"/>
            <a:ext cx="4914895" cy="6398066"/>
          </a:xfrm>
          <a:blipFill dpi="0" rotWithShape="1">
            <a:blip r:embed="rId2">
              <a:alphaModFix amt="80000"/>
            </a:blip>
            <a:srcRect/>
            <a:stretch>
              <a:fillRect/>
            </a:stretch>
          </a:blipFill>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a:lstStyle/>
          <a:p>
            <a:r>
              <a:rPr lang="en-US"/>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D30DCB73-7DFF-41E9-94AE-03DDC0983D5F}" type="datetime1">
              <a:rPr lang="en-US" smtClean="0"/>
              <a:t>3/4/2026</a:t>
            </a:fld>
            <a:endParaRPr lang="en-US"/>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a:p>
        </p:txBody>
      </p:sp>
      <p:cxnSp>
        <p:nvCxnSpPr>
          <p:cNvPr id="14" name="Straight Connector 13">
            <a:extLst>
              <a:ext uri="{FF2B5EF4-FFF2-40B4-BE49-F238E27FC236}">
                <a16:creationId xmlns:a16="http://schemas.microsoft.com/office/drawing/2014/main" id="{6EB92977-9D16-C370-F779-0B9C67993046}"/>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254AC9C-312D-B8D1-5D04-C0CE07B464DB}"/>
              </a:ext>
            </a:extLst>
          </p:cNvPr>
          <p:cNvCxnSpPr>
            <a:cxnSpLocks/>
          </p:cNvCxnSpPr>
          <p:nvPr/>
        </p:nvCxnSpPr>
        <p:spPr>
          <a:xfrm>
            <a:off x="7270008"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4943787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8191500" y="458144"/>
            <a:ext cx="3433926" cy="1681551"/>
          </a:xfrm>
        </p:spPr>
        <p:txBody>
          <a:bodyPr/>
          <a:lstStyle/>
          <a:p>
            <a:r>
              <a:rPr lang="en-US"/>
              <a:t>Click to edit Master title style</a:t>
            </a:r>
          </a:p>
        </p:txBody>
      </p:sp>
      <p:sp>
        <p:nvSpPr>
          <p:cNvPr id="19" name="Picture Placeholder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0" y="0"/>
            <a:ext cx="7722292" cy="6396281"/>
          </a:xfrm>
          <a:blipFill dpi="0" rotWithShape="1">
            <a:blip r:embed="rId2">
              <a:alphaModFix amt="80000"/>
            </a:blip>
            <a:srcRect/>
            <a:stretch>
              <a:fillRect/>
            </a:stretch>
          </a:blipFill>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8191500" y="2276856"/>
            <a:ext cx="3433926" cy="37856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a:lstStyle/>
          <a:p>
            <a:r>
              <a:rPr lang="en-US"/>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41D76A9E-247B-42FF-94A5-087CF9B29B6E}" type="datetime1">
              <a:rPr lang="en-US" smtClean="0"/>
              <a:t>3/4/2026</a:t>
            </a:fld>
            <a:endParaRPr lang="en-US"/>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a:p>
        </p:txBody>
      </p:sp>
      <p:cxnSp>
        <p:nvCxnSpPr>
          <p:cNvPr id="14" name="Straight Connector 13">
            <a:extLst>
              <a:ext uri="{FF2B5EF4-FFF2-40B4-BE49-F238E27FC236}">
                <a16:creationId xmlns:a16="http://schemas.microsoft.com/office/drawing/2014/main" id="{6EB92977-9D16-C370-F779-0B9C67993046}"/>
              </a:ext>
            </a:extLst>
          </p:cNvPr>
          <p:cNvCxnSpPr>
            <a:cxnSpLocks/>
          </p:cNvCxnSpPr>
          <p:nvPr/>
        </p:nvCxnSpPr>
        <p:spPr>
          <a:xfrm flipH="1">
            <a:off x="0" y="6399854"/>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BA67EAFE-BA64-2156-9780-AA400F6F3026}"/>
              </a:ext>
            </a:extLst>
          </p:cNvPr>
          <p:cNvCxnSpPr>
            <a:cxnSpLocks/>
          </p:cNvCxnSpPr>
          <p:nvPr/>
        </p:nvCxnSpPr>
        <p:spPr>
          <a:xfrm>
            <a:off x="7727358"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6898702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200" y="458145"/>
            <a:ext cx="4000497" cy="1679799"/>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457200" y="2272880"/>
            <a:ext cx="4000497" cy="378949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Picture Placeholder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4853323" y="0"/>
            <a:ext cx="7338676" cy="6396281"/>
          </a:xfrm>
          <a:blipFill dpi="0" rotWithShape="1">
            <a:blip r:embed="rId2">
              <a:alphaModFix amt="80000"/>
            </a:blip>
            <a:srcRect/>
            <a:stretch>
              <a:fillRect/>
            </a:stretch>
          </a:blipFill>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4000500" cy="365125"/>
          </a:xfrm>
        </p:spPr>
        <p:txBody>
          <a:bodyPr/>
          <a:lstStyle/>
          <a:p>
            <a:r>
              <a:rPr lang="en-US"/>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216F4089-B0B8-4924-B485-08424C78200C}" type="datetime1">
              <a:rPr lang="en-US" smtClean="0"/>
              <a:t>3/4/2026</a:t>
            </a:fld>
            <a:endParaRPr lang="en-US"/>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a:p>
        </p:txBody>
      </p:sp>
      <p:cxnSp>
        <p:nvCxnSpPr>
          <p:cNvPr id="14" name="Straight Connector 13">
            <a:extLst>
              <a:ext uri="{FF2B5EF4-FFF2-40B4-BE49-F238E27FC236}">
                <a16:creationId xmlns:a16="http://schemas.microsoft.com/office/drawing/2014/main" id="{6EB92977-9D16-C370-F779-0B9C67993046}"/>
              </a:ext>
            </a:extLst>
          </p:cNvPr>
          <p:cNvCxnSpPr>
            <a:cxnSpLocks/>
          </p:cNvCxnSpPr>
          <p:nvPr/>
        </p:nvCxnSpPr>
        <p:spPr>
          <a:xfrm flipH="1">
            <a:off x="0" y="6399854"/>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254AC9C-312D-B8D1-5D04-C0CE07B464DB}"/>
              </a:ext>
            </a:extLst>
          </p:cNvPr>
          <p:cNvCxnSpPr>
            <a:cxnSpLocks/>
          </p:cNvCxnSpPr>
          <p:nvPr/>
        </p:nvCxnSpPr>
        <p:spPr>
          <a:xfrm>
            <a:off x="4849331"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8231902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7739922" y="458144"/>
            <a:ext cx="3909536" cy="1485873"/>
          </a:xfrm>
        </p:spPr>
        <p:txBody>
          <a:bodyPr/>
          <a:lstStyle/>
          <a:p>
            <a:r>
              <a:rPr lang="en-US"/>
              <a:t>Click to edit Master title style</a:t>
            </a:r>
          </a:p>
        </p:txBody>
      </p:sp>
      <p:sp>
        <p:nvSpPr>
          <p:cNvPr id="19" name="Picture Placeholder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0" y="0"/>
            <a:ext cx="7268396" cy="6396281"/>
          </a:xfrm>
          <a:blipFill dpi="0" rotWithShape="1">
            <a:blip r:embed="rId2">
              <a:alphaModFix amt="80000"/>
            </a:blip>
            <a:srcRect/>
            <a:stretch>
              <a:fillRect/>
            </a:stretch>
          </a:blipFill>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7739922" y="2463789"/>
            <a:ext cx="3909534" cy="356109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a:lstStyle/>
          <a:p>
            <a:r>
              <a:rPr lang="en-US"/>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4E58CB80-2CED-4065-90C6-0999AD9EE7FC}" type="datetime1">
              <a:rPr lang="en-US" smtClean="0"/>
              <a:t>3/4/2026</a:t>
            </a:fld>
            <a:endParaRPr lang="en-US"/>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a:p>
        </p:txBody>
      </p:sp>
      <p:cxnSp>
        <p:nvCxnSpPr>
          <p:cNvPr id="14" name="Straight Connector 13">
            <a:extLst>
              <a:ext uri="{FF2B5EF4-FFF2-40B4-BE49-F238E27FC236}">
                <a16:creationId xmlns:a16="http://schemas.microsoft.com/office/drawing/2014/main" id="{6EB92977-9D16-C370-F779-0B9C67993046}"/>
              </a:ext>
            </a:extLst>
          </p:cNvPr>
          <p:cNvCxnSpPr>
            <a:cxnSpLocks/>
          </p:cNvCxnSpPr>
          <p:nvPr/>
        </p:nvCxnSpPr>
        <p:spPr>
          <a:xfrm flipH="1">
            <a:off x="0" y="6399854"/>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BA67EAFE-BA64-2156-9780-AA400F6F3026}"/>
              </a:ext>
            </a:extLst>
          </p:cNvPr>
          <p:cNvCxnSpPr>
            <a:cxnSpLocks/>
          </p:cNvCxnSpPr>
          <p:nvPr/>
        </p:nvCxnSpPr>
        <p:spPr>
          <a:xfrm>
            <a:off x="7271347"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854F2342-86AA-3EA4-EB3B-2DB8D68315E6}"/>
              </a:ext>
            </a:extLst>
          </p:cNvPr>
          <p:cNvCxnSpPr>
            <a:cxnSpLocks/>
          </p:cNvCxnSpPr>
          <p:nvPr/>
        </p:nvCxnSpPr>
        <p:spPr>
          <a:xfrm flipH="1">
            <a:off x="7227420" y="2212509"/>
            <a:ext cx="493532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1012287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8664673" y="586591"/>
            <a:ext cx="2915036" cy="1600279"/>
          </a:xfrm>
        </p:spPr>
        <p:txBody>
          <a:bodyPr/>
          <a:lstStyle/>
          <a:p>
            <a:r>
              <a:rPr lang="en-US"/>
              <a:t>Click to edit Master title style</a:t>
            </a:r>
          </a:p>
        </p:txBody>
      </p:sp>
      <p:sp>
        <p:nvSpPr>
          <p:cNvPr id="19" name="Picture Placeholder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0" y="0"/>
            <a:ext cx="8186508" cy="6396281"/>
          </a:xfrm>
          <a:blipFill dpi="0" rotWithShape="1">
            <a:blip r:embed="rId2">
              <a:alphaModFix amt="80000"/>
            </a:blip>
            <a:srcRect/>
            <a:stretch>
              <a:fillRect/>
            </a:stretch>
          </a:blipFill>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8664673" y="2714536"/>
            <a:ext cx="2915038" cy="32271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a:lstStyle/>
          <a:p>
            <a:r>
              <a:rPr lang="en-US"/>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77E374A5-F4AA-48A6-9C78-6905B67B6273}" type="datetime1">
              <a:rPr lang="en-US" smtClean="0"/>
              <a:t>3/4/2026</a:t>
            </a:fld>
            <a:endParaRPr lang="en-US"/>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a:p>
        </p:txBody>
      </p:sp>
      <p:cxnSp>
        <p:nvCxnSpPr>
          <p:cNvPr id="14" name="Straight Connector 13">
            <a:extLst>
              <a:ext uri="{FF2B5EF4-FFF2-40B4-BE49-F238E27FC236}">
                <a16:creationId xmlns:a16="http://schemas.microsoft.com/office/drawing/2014/main" id="{6EB92977-9D16-C370-F779-0B9C67993046}"/>
              </a:ext>
            </a:extLst>
          </p:cNvPr>
          <p:cNvCxnSpPr>
            <a:cxnSpLocks/>
          </p:cNvCxnSpPr>
          <p:nvPr/>
        </p:nvCxnSpPr>
        <p:spPr>
          <a:xfrm flipH="1">
            <a:off x="0" y="6399854"/>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30E6711F-CD71-AB46-003C-BE1DB3B8E841}"/>
              </a:ext>
            </a:extLst>
          </p:cNvPr>
          <p:cNvCxnSpPr>
            <a:cxnSpLocks/>
          </p:cNvCxnSpPr>
          <p:nvPr/>
        </p:nvCxnSpPr>
        <p:spPr>
          <a:xfrm>
            <a:off x="8187768"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9D5807C1-3535-030D-D48C-9F2B70401B10}"/>
              </a:ext>
            </a:extLst>
          </p:cNvPr>
          <p:cNvCxnSpPr>
            <a:cxnSpLocks/>
          </p:cNvCxnSpPr>
          <p:nvPr/>
        </p:nvCxnSpPr>
        <p:spPr>
          <a:xfrm flipH="1">
            <a:off x="8186508" y="2443138"/>
            <a:ext cx="4005492"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7363368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200" y="5036986"/>
            <a:ext cx="3985579" cy="1397477"/>
          </a:xfrm>
        </p:spPr>
        <p:txBody>
          <a:bodyPr anchor="t"/>
          <a:lstStyle/>
          <a:p>
            <a:r>
              <a:rPr lang="en-US"/>
              <a:t>Click to edit Master title style</a:t>
            </a:r>
          </a:p>
        </p:txBody>
      </p:sp>
      <p:sp>
        <p:nvSpPr>
          <p:cNvPr id="19" name="Picture Placeholder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0" y="-8965"/>
            <a:ext cx="12191999" cy="4767811"/>
          </a:xfrm>
          <a:blipFill dpi="0" rotWithShape="1">
            <a:blip r:embed="rId2">
              <a:alphaModFix amt="80000"/>
            </a:blip>
            <a:srcRect/>
            <a:stretch>
              <a:fillRect/>
            </a:stretch>
          </a:blipFill>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5203180" y="5054245"/>
            <a:ext cx="6376529" cy="1319832"/>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a:lstStyle/>
          <a:p>
            <a:r>
              <a:rPr lang="en-US"/>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70435D1F-FAB0-4D9D-B7BF-490C90B8E5BE}" type="datetime1">
              <a:rPr lang="en-US" smtClean="0"/>
              <a:t>3/4/2026</a:t>
            </a:fld>
            <a:endParaRPr lang="en-US"/>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a:p>
        </p:txBody>
      </p:sp>
      <p:cxnSp>
        <p:nvCxnSpPr>
          <p:cNvPr id="8" name="Straight Connector 7">
            <a:extLst>
              <a:ext uri="{FF2B5EF4-FFF2-40B4-BE49-F238E27FC236}">
                <a16:creationId xmlns:a16="http://schemas.microsoft.com/office/drawing/2014/main" id="{0493C13E-01BF-7326-0714-59845741BBF3}"/>
              </a:ext>
            </a:extLst>
          </p:cNvPr>
          <p:cNvCxnSpPr>
            <a:cxnSpLocks/>
          </p:cNvCxnSpPr>
          <p:nvPr/>
        </p:nvCxnSpPr>
        <p:spPr>
          <a:xfrm flipH="1">
            <a:off x="0" y="4759186"/>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7B245A6F-9312-AEBD-1066-A68010EEF5A3}"/>
              </a:ext>
            </a:extLst>
          </p:cNvPr>
          <p:cNvCxnSpPr>
            <a:cxnSpLocks/>
          </p:cNvCxnSpPr>
          <p:nvPr/>
        </p:nvCxnSpPr>
        <p:spPr>
          <a:xfrm>
            <a:off x="4724925" y="4758846"/>
            <a:ext cx="0" cy="2099154"/>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7468158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199" y="3959530"/>
            <a:ext cx="3512409" cy="2199864"/>
          </a:xfrm>
        </p:spPr>
        <p:txBody>
          <a:bodyPr anchor="t"/>
          <a:lstStyle/>
          <a:p>
            <a:r>
              <a:rPr lang="en-US"/>
              <a:t>Click to edit Master title style</a:t>
            </a:r>
          </a:p>
        </p:txBody>
      </p:sp>
      <p:sp>
        <p:nvSpPr>
          <p:cNvPr id="15" name="Picture Placeholder 14">
            <a:extLst>
              <a:ext uri="{FF2B5EF4-FFF2-40B4-BE49-F238E27FC236}">
                <a16:creationId xmlns:a16="http://schemas.microsoft.com/office/drawing/2014/main" id="{3B441162-7125-E1E0-1B82-FCC1AB84227E}"/>
              </a:ext>
            </a:extLst>
          </p:cNvPr>
          <p:cNvSpPr>
            <a:spLocks noGrp="1"/>
          </p:cNvSpPr>
          <p:nvPr>
            <p:ph type="pic" sz="quarter" idx="13" hasCustomPrompt="1"/>
          </p:nvPr>
        </p:nvSpPr>
        <p:spPr>
          <a:xfrm>
            <a:off x="-857" y="-1"/>
            <a:ext cx="12192000" cy="3648977"/>
          </a:xfrm>
          <a:blipFill dpi="0" rotWithShape="1">
            <a:blip r:embed="rId2">
              <a:alphaModFix amt="80000"/>
            </a:blip>
            <a:srcRect/>
            <a:stretch>
              <a:fillRect/>
            </a:stretch>
          </a:blipFill>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4723613" y="3959529"/>
            <a:ext cx="7011183" cy="236954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1" y="6445997"/>
            <a:ext cx="3543299" cy="365125"/>
          </a:xfrm>
        </p:spPr>
        <p:txBody>
          <a:bodyPr/>
          <a:lstStyle/>
          <a:p>
            <a:r>
              <a:rPr lang="en-US"/>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F3C6F935-567A-4AB6-A4C6-B3A3054E8F97}" type="datetime1">
              <a:rPr lang="en-US" smtClean="0"/>
              <a:t>3/4/2026</a:t>
            </a:fld>
            <a:endParaRPr lang="en-US"/>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a:p>
        </p:txBody>
      </p:sp>
      <p:cxnSp>
        <p:nvCxnSpPr>
          <p:cNvPr id="8" name="Straight Connector 7">
            <a:extLst>
              <a:ext uri="{FF2B5EF4-FFF2-40B4-BE49-F238E27FC236}">
                <a16:creationId xmlns:a16="http://schemas.microsoft.com/office/drawing/2014/main" id="{2FF81FBD-8D67-B5E4-E22E-74E98EF89F80}"/>
              </a:ext>
            </a:extLst>
          </p:cNvPr>
          <p:cNvCxnSpPr>
            <a:cxnSpLocks/>
          </p:cNvCxnSpPr>
          <p:nvPr/>
        </p:nvCxnSpPr>
        <p:spPr>
          <a:xfrm>
            <a:off x="4290210" y="3648976"/>
            <a:ext cx="0" cy="3209024"/>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78892870-1B48-2935-21E8-3BC6F474C661}"/>
              </a:ext>
            </a:extLst>
          </p:cNvPr>
          <p:cNvCxnSpPr>
            <a:cxnSpLocks/>
          </p:cNvCxnSpPr>
          <p:nvPr/>
        </p:nvCxnSpPr>
        <p:spPr>
          <a:xfrm flipH="1">
            <a:off x="-857" y="3654706"/>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4314193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200" y="451413"/>
            <a:ext cx="3511296" cy="1645744"/>
          </a:xfrm>
        </p:spPr>
        <p:txBody>
          <a:bodyPr anchor="t"/>
          <a:lstStyle/>
          <a:p>
            <a:r>
              <a:rPr lang="en-US"/>
              <a:t>Click to edit Master title style</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4727448" y="451414"/>
            <a:ext cx="7013448" cy="221517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1" y="2746159"/>
            <a:ext cx="3543299" cy="365125"/>
          </a:xfrm>
        </p:spPr>
        <p:txBody>
          <a:bodyPr/>
          <a:lstStyle/>
          <a:p>
            <a:r>
              <a:rPr lang="en-US"/>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a:xfrm>
            <a:off x="9737594" y="2746159"/>
            <a:ext cx="1842115" cy="365125"/>
          </a:xfrm>
        </p:spPr>
        <p:txBody>
          <a:bodyPr/>
          <a:lstStyle/>
          <a:p>
            <a:fld id="{BF100A10-24AF-407C-B97C-359EEB8D1EF0}" type="datetime1">
              <a:rPr lang="en-US" smtClean="0"/>
              <a:t>3/4/2026</a:t>
            </a:fld>
            <a:endParaRPr lang="en-US"/>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a:xfrm>
            <a:off x="11734800" y="2746159"/>
            <a:ext cx="457200" cy="365125"/>
          </a:xfrm>
        </p:spPr>
        <p:txBody>
          <a:bodyPr/>
          <a:lstStyle/>
          <a:p>
            <a:fld id="{DDF60B60-82CA-4BB9-BA6E-A62FADF2374B}" type="slidenum">
              <a:rPr lang="en-US" smtClean="0"/>
              <a:t>‹#›</a:t>
            </a:fld>
            <a:endParaRPr lang="en-US"/>
          </a:p>
        </p:txBody>
      </p:sp>
      <p:sp>
        <p:nvSpPr>
          <p:cNvPr id="15" name="Picture Placeholder 14">
            <a:extLst>
              <a:ext uri="{FF2B5EF4-FFF2-40B4-BE49-F238E27FC236}">
                <a16:creationId xmlns:a16="http://schemas.microsoft.com/office/drawing/2014/main" id="{3B441162-7125-E1E0-1B82-FCC1AB84227E}"/>
              </a:ext>
            </a:extLst>
          </p:cNvPr>
          <p:cNvSpPr>
            <a:spLocks noGrp="1"/>
          </p:cNvSpPr>
          <p:nvPr>
            <p:ph type="pic" sz="quarter" idx="13" hasCustomPrompt="1"/>
          </p:nvPr>
        </p:nvSpPr>
        <p:spPr>
          <a:xfrm>
            <a:off x="0" y="3182112"/>
            <a:ext cx="12191143" cy="3675888"/>
          </a:xfrm>
          <a:blipFill dpi="0" rotWithShape="1">
            <a:blip r:embed="rId2">
              <a:alphaModFix amt="80000"/>
            </a:blip>
            <a:srcRect/>
            <a:stretch>
              <a:fillRect/>
            </a:stretch>
          </a:blipFill>
        </p:spPr>
        <p:txBody>
          <a:bodyPr/>
          <a:lstStyle>
            <a:lvl1pPr marL="0" indent="0">
              <a:buNone/>
              <a:defRPr/>
            </a:lvl1pPr>
          </a:lstStyle>
          <a:p>
            <a:r>
              <a:rPr lang="en-US"/>
              <a:t> </a:t>
            </a:r>
          </a:p>
        </p:txBody>
      </p:sp>
      <p:cxnSp>
        <p:nvCxnSpPr>
          <p:cNvPr id="7" name="Straight Connector 6">
            <a:extLst>
              <a:ext uri="{FF2B5EF4-FFF2-40B4-BE49-F238E27FC236}">
                <a16:creationId xmlns:a16="http://schemas.microsoft.com/office/drawing/2014/main" id="{78892870-1B48-2935-21E8-3BC6F474C661}"/>
              </a:ext>
            </a:extLst>
          </p:cNvPr>
          <p:cNvCxnSpPr>
            <a:cxnSpLocks/>
          </p:cNvCxnSpPr>
          <p:nvPr/>
        </p:nvCxnSpPr>
        <p:spPr>
          <a:xfrm flipH="1">
            <a:off x="-857" y="3174990"/>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12E0C665-CD78-E346-994A-0AC535ACCC98}"/>
              </a:ext>
            </a:extLst>
          </p:cNvPr>
          <p:cNvCxnSpPr>
            <a:cxnSpLocks/>
          </p:cNvCxnSpPr>
          <p:nvPr/>
        </p:nvCxnSpPr>
        <p:spPr>
          <a:xfrm>
            <a:off x="4288536" y="0"/>
            <a:ext cx="0" cy="3182112"/>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040211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199" y="681037"/>
            <a:ext cx="11277596" cy="1009652"/>
          </a:xfrm>
        </p:spPr>
        <p:txBody>
          <a:bodyPr anchor="ctr"/>
          <a:lstStyle/>
          <a:p>
            <a:r>
              <a:rPr lang="en-US"/>
              <a:t>Click to edit Master title style</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457201" y="2098467"/>
            <a:ext cx="4415882" cy="40784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Picture Placeholder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5332581" y="1829880"/>
            <a:ext cx="6863265" cy="4566088"/>
          </a:xfrm>
          <a:blipFill dpi="0" rotWithShape="1">
            <a:blip r:embed="rId2">
              <a:alphaModFix amt="80000"/>
            </a:blip>
            <a:srcRect/>
            <a:stretch>
              <a:fillRect/>
            </a:stretch>
          </a:blipFill>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a:lstStyle/>
          <a:p>
            <a:r>
              <a:rPr lang="en-US"/>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78ED1D8B-0329-44CA-97BE-DA70811A8630}" type="datetime1">
              <a:rPr lang="en-US" smtClean="0"/>
              <a:t>3/4/2026</a:t>
            </a:fld>
            <a:endParaRPr lang="en-US"/>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a:p>
        </p:txBody>
      </p:sp>
      <p:cxnSp>
        <p:nvCxnSpPr>
          <p:cNvPr id="14" name="Straight Connector 13">
            <a:extLst>
              <a:ext uri="{FF2B5EF4-FFF2-40B4-BE49-F238E27FC236}">
                <a16:creationId xmlns:a16="http://schemas.microsoft.com/office/drawing/2014/main" id="{6EB92977-9D16-C370-F779-0B9C67993046}"/>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254AC9C-312D-B8D1-5D04-C0CE07B464DB}"/>
              </a:ext>
            </a:extLst>
          </p:cNvPr>
          <p:cNvCxnSpPr>
            <a:cxnSpLocks/>
          </p:cNvCxnSpPr>
          <p:nvPr/>
        </p:nvCxnSpPr>
        <p:spPr>
          <a:xfrm>
            <a:off x="5326714" y="1825625"/>
            <a:ext cx="0" cy="5032375"/>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F4F50A3-1136-13EC-E499-F6DDCBFE375F}"/>
              </a:ext>
            </a:extLst>
          </p:cNvPr>
          <p:cNvCxnSpPr>
            <a:cxnSpLocks/>
          </p:cNvCxnSpPr>
          <p:nvPr/>
        </p:nvCxnSpPr>
        <p:spPr>
          <a:xfrm flipH="1">
            <a:off x="0" y="1825625"/>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39AB141-EFC4-A843-71E7-C52C8709BA26}"/>
              </a:ext>
            </a:extLst>
          </p:cNvPr>
          <p:cNvCxnSpPr>
            <a:cxnSpLocks/>
          </p:cNvCxnSpPr>
          <p:nvPr/>
        </p:nvCxnSpPr>
        <p:spPr>
          <a:xfrm flipH="1">
            <a:off x="0" y="459932"/>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3936848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199" y="681037"/>
            <a:ext cx="11277595" cy="1009652"/>
          </a:xfrm>
        </p:spPr>
        <p:txBody>
          <a:bodyPr anchor="ctr"/>
          <a:lstStyle/>
          <a:p>
            <a:r>
              <a:rPr lang="en-US"/>
              <a:t>Click to edit Master title style</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457200" y="2098467"/>
            <a:ext cx="6802582" cy="4032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Picture Placeholder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7756147" y="1829880"/>
            <a:ext cx="4441796" cy="4566088"/>
          </a:xfrm>
          <a:blipFill dpi="0" rotWithShape="1">
            <a:blip r:embed="rId2">
              <a:alphaModFix amt="80000"/>
            </a:blip>
            <a:srcRect/>
            <a:stretch>
              <a:fillRect/>
            </a:stretch>
          </a:blipFill>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a:lstStyle/>
          <a:p>
            <a:r>
              <a:rPr lang="en-US"/>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98621EB5-723F-4AD6-AEC4-D406AB116579}" type="datetime1">
              <a:rPr lang="en-US" smtClean="0"/>
              <a:t>3/4/2026</a:t>
            </a:fld>
            <a:endParaRPr lang="en-US"/>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a:p>
        </p:txBody>
      </p:sp>
      <p:cxnSp>
        <p:nvCxnSpPr>
          <p:cNvPr id="14" name="Straight Connector 13">
            <a:extLst>
              <a:ext uri="{FF2B5EF4-FFF2-40B4-BE49-F238E27FC236}">
                <a16:creationId xmlns:a16="http://schemas.microsoft.com/office/drawing/2014/main" id="{6EB92977-9D16-C370-F779-0B9C67993046}"/>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254AC9C-312D-B8D1-5D04-C0CE07B464DB}"/>
              </a:ext>
            </a:extLst>
          </p:cNvPr>
          <p:cNvCxnSpPr>
            <a:cxnSpLocks/>
          </p:cNvCxnSpPr>
          <p:nvPr/>
        </p:nvCxnSpPr>
        <p:spPr>
          <a:xfrm>
            <a:off x="7750205" y="1825625"/>
            <a:ext cx="0" cy="5032375"/>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F4F50A3-1136-13EC-E499-F6DDCBFE375F}"/>
              </a:ext>
            </a:extLst>
          </p:cNvPr>
          <p:cNvCxnSpPr>
            <a:cxnSpLocks/>
          </p:cNvCxnSpPr>
          <p:nvPr/>
        </p:nvCxnSpPr>
        <p:spPr>
          <a:xfrm flipH="1">
            <a:off x="0" y="1825625"/>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39AB141-EFC4-A843-71E7-C52C8709BA26}"/>
              </a:ext>
            </a:extLst>
          </p:cNvPr>
          <p:cNvCxnSpPr>
            <a:cxnSpLocks/>
          </p:cNvCxnSpPr>
          <p:nvPr/>
        </p:nvCxnSpPr>
        <p:spPr>
          <a:xfrm flipH="1">
            <a:off x="0" y="459932"/>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3781639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199" y="377072"/>
            <a:ext cx="4958078" cy="1225485"/>
          </a:xfrm>
        </p:spPr>
        <p:txBody>
          <a:bodyPr anchor="t"/>
          <a:lstStyle/>
          <a:p>
            <a:r>
              <a:rPr lang="en-US"/>
              <a:t>Click to edit Master title style</a:t>
            </a:r>
          </a:p>
        </p:txBody>
      </p:sp>
      <p:sp>
        <p:nvSpPr>
          <p:cNvPr id="19" name="Picture Placeholder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0" y="1842182"/>
            <a:ext cx="5758172" cy="4546457"/>
          </a:xfrm>
          <a:blipFill dpi="0" rotWithShape="1">
            <a:blip r:embed="rId2">
              <a:alphaModFix amt="80000"/>
            </a:blip>
            <a:srcRect/>
            <a:stretch>
              <a:fillRect/>
            </a:stretch>
          </a:blipFill>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6176142" y="377072"/>
            <a:ext cx="5558655" cy="57974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a:lstStyle/>
          <a:p>
            <a:r>
              <a:rPr lang="en-US"/>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EA0A916D-ECC1-407F-9384-347E5A5D7944}" type="datetime1">
              <a:rPr lang="en-US" smtClean="0"/>
              <a:t>3/4/2026</a:t>
            </a:fld>
            <a:endParaRPr lang="en-US"/>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a:p>
        </p:txBody>
      </p:sp>
      <p:cxnSp>
        <p:nvCxnSpPr>
          <p:cNvPr id="14" name="Straight Connector 13">
            <a:extLst>
              <a:ext uri="{FF2B5EF4-FFF2-40B4-BE49-F238E27FC236}">
                <a16:creationId xmlns:a16="http://schemas.microsoft.com/office/drawing/2014/main" id="{6EB92977-9D16-C370-F779-0B9C67993046}"/>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B57362BC-3CD1-D6F5-CB9B-B2AAD7EAD176}"/>
              </a:ext>
            </a:extLst>
          </p:cNvPr>
          <p:cNvCxnSpPr>
            <a:cxnSpLocks/>
          </p:cNvCxnSpPr>
          <p:nvPr/>
        </p:nvCxnSpPr>
        <p:spPr>
          <a:xfrm>
            <a:off x="5758174"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F4F50A3-1136-13EC-E499-F6DDCBFE375F}"/>
              </a:ext>
            </a:extLst>
          </p:cNvPr>
          <p:cNvCxnSpPr>
            <a:cxnSpLocks/>
          </p:cNvCxnSpPr>
          <p:nvPr/>
        </p:nvCxnSpPr>
        <p:spPr>
          <a:xfrm flipH="1">
            <a:off x="0" y="1842182"/>
            <a:ext cx="5758174"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4959541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200" y="377072"/>
            <a:ext cx="4000500" cy="1225485"/>
          </a:xfrm>
        </p:spPr>
        <p:txBody>
          <a:bodyPr anchor="t"/>
          <a:lstStyle/>
          <a:p>
            <a:r>
              <a:rPr lang="en-US"/>
              <a:t>Click to edit Master title style</a:t>
            </a:r>
          </a:p>
        </p:txBody>
      </p:sp>
      <p:sp>
        <p:nvSpPr>
          <p:cNvPr id="19" name="Picture Placeholder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0" y="1847087"/>
            <a:ext cx="4922517" cy="4544568"/>
          </a:xfrm>
          <a:blipFill dpi="0" rotWithShape="1">
            <a:blip r:embed="rId2">
              <a:alphaModFix amt="80000"/>
            </a:blip>
            <a:srcRect/>
            <a:stretch>
              <a:fillRect/>
            </a:stretch>
          </a:blipFill>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5438534" y="377072"/>
            <a:ext cx="6141175" cy="57974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a:lstStyle/>
          <a:p>
            <a:r>
              <a:rPr lang="en-US"/>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67B79CB6-58B7-4AEB-BE2A-306450DBAD2A}" type="datetime1">
              <a:rPr lang="en-US" smtClean="0"/>
              <a:t>3/4/2026</a:t>
            </a:fld>
            <a:endParaRPr lang="en-US"/>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a:p>
        </p:txBody>
      </p:sp>
      <p:cxnSp>
        <p:nvCxnSpPr>
          <p:cNvPr id="14" name="Straight Connector 13">
            <a:extLst>
              <a:ext uri="{FF2B5EF4-FFF2-40B4-BE49-F238E27FC236}">
                <a16:creationId xmlns:a16="http://schemas.microsoft.com/office/drawing/2014/main" id="{6EB92977-9D16-C370-F779-0B9C67993046}"/>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F4F50A3-1136-13EC-E499-F6DDCBFE375F}"/>
              </a:ext>
            </a:extLst>
          </p:cNvPr>
          <p:cNvCxnSpPr>
            <a:cxnSpLocks/>
          </p:cNvCxnSpPr>
          <p:nvPr/>
        </p:nvCxnSpPr>
        <p:spPr>
          <a:xfrm flipH="1">
            <a:off x="0" y="1849497"/>
            <a:ext cx="4648195"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B57362BC-3CD1-D6F5-CB9B-B2AAD7EAD176}"/>
              </a:ext>
            </a:extLst>
          </p:cNvPr>
          <p:cNvCxnSpPr>
            <a:cxnSpLocks/>
          </p:cNvCxnSpPr>
          <p:nvPr/>
        </p:nvCxnSpPr>
        <p:spPr>
          <a:xfrm>
            <a:off x="4922519"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5013573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ontent with Picture 1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201" y="4407360"/>
            <a:ext cx="3543299" cy="1732820"/>
          </a:xfrm>
        </p:spPr>
        <p:txBody>
          <a:bodyPr anchor="t"/>
          <a:lstStyle/>
          <a:p>
            <a:r>
              <a:rPr lang="en-US"/>
              <a:t>Click to edit Master title style</a:t>
            </a:r>
          </a:p>
        </p:txBody>
      </p:sp>
      <p:sp>
        <p:nvSpPr>
          <p:cNvPr id="19" name="Picture Placeholder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1" y="466598"/>
            <a:ext cx="4460008" cy="3601433"/>
          </a:xfrm>
          <a:blipFill dpi="0" rotWithShape="1">
            <a:blip r:embed="rId2">
              <a:alphaModFix amt="80000"/>
            </a:blip>
            <a:srcRect/>
            <a:stretch>
              <a:fillRect/>
            </a:stretch>
          </a:blipFill>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4892635" y="788704"/>
            <a:ext cx="6730614" cy="53858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543300" cy="365125"/>
          </a:xfrm>
        </p:spPr>
        <p:txBody>
          <a:bodyPr/>
          <a:lstStyle/>
          <a:p>
            <a:r>
              <a:rPr lang="en-US"/>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AD924D50-69B4-493C-AABF-53036A8D79F6}" type="datetime1">
              <a:rPr lang="en-US" smtClean="0"/>
              <a:t>3/4/2026</a:t>
            </a:fld>
            <a:endParaRPr lang="en-US"/>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a:p>
        </p:txBody>
      </p:sp>
      <p:cxnSp>
        <p:nvCxnSpPr>
          <p:cNvPr id="14" name="Straight Connector 13">
            <a:extLst>
              <a:ext uri="{FF2B5EF4-FFF2-40B4-BE49-F238E27FC236}">
                <a16:creationId xmlns:a16="http://schemas.microsoft.com/office/drawing/2014/main" id="{6EB92977-9D16-C370-F779-0B9C67993046}"/>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F4F50A3-1136-13EC-E499-F6DDCBFE375F}"/>
              </a:ext>
            </a:extLst>
          </p:cNvPr>
          <p:cNvCxnSpPr>
            <a:cxnSpLocks/>
          </p:cNvCxnSpPr>
          <p:nvPr/>
        </p:nvCxnSpPr>
        <p:spPr>
          <a:xfrm flipH="1">
            <a:off x="0" y="4068031"/>
            <a:ext cx="4460008"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B57362BC-3CD1-D6F5-CB9B-B2AAD7EAD176}"/>
              </a:ext>
            </a:extLst>
          </p:cNvPr>
          <p:cNvCxnSpPr>
            <a:cxnSpLocks/>
          </p:cNvCxnSpPr>
          <p:nvPr/>
        </p:nvCxnSpPr>
        <p:spPr>
          <a:xfrm>
            <a:off x="4460008"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40D58D1-F636-9620-582E-41FBB707092B}"/>
              </a:ext>
            </a:extLst>
          </p:cNvPr>
          <p:cNvCxnSpPr>
            <a:cxnSpLocks/>
          </p:cNvCxnSpPr>
          <p:nvPr/>
        </p:nvCxnSpPr>
        <p:spPr>
          <a:xfrm flipH="1">
            <a:off x="0" y="459932"/>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538966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Number Large">
    <p:bg>
      <p:bgRef idx="1001">
        <a:schemeClr val="bg2"/>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91F6A87-CC7B-D4BD-1F6A-C3948971C39D}"/>
              </a:ext>
            </a:extLst>
          </p:cNvPr>
          <p:cNvSpPr/>
          <p:nvPr/>
        </p:nvSpPr>
        <p:spPr>
          <a:xfrm>
            <a:off x="0" y="0"/>
            <a:ext cx="12192000"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1188720" y="5264780"/>
            <a:ext cx="9811512" cy="1097280"/>
          </a:xfrm>
        </p:spPr>
        <p:txBody>
          <a:bodyPr vert="horz" lIns="91440" tIns="45720" rIns="91440" bIns="45720" rtlCol="0" anchor="ctr">
            <a:normAutofit/>
          </a:bodyPr>
          <a:lstStyle>
            <a:lvl1pPr algn="ctr">
              <a:lnSpc>
                <a:spcPct val="110000"/>
              </a:lnSpc>
              <a:defRPr lang="en-US" sz="2800" cap="all" spc="100" baseline="0" dirty="0">
                <a:solidFill>
                  <a:schemeClr val="tx2">
                    <a:lumMod val="90000"/>
                  </a:schemeClr>
                </a:solidFill>
                <a:latin typeface="+mn-lt"/>
              </a:defRPr>
            </a:lvl1pPr>
          </a:lstStyle>
          <a:p>
            <a:pPr lvl="0"/>
            <a:r>
              <a:rPr lang="en-US"/>
              <a:t>Click to edit Master title styles</a:t>
            </a:r>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hasCustomPrompt="1"/>
          </p:nvPr>
        </p:nvSpPr>
        <p:spPr>
          <a:xfrm>
            <a:off x="493776" y="676656"/>
            <a:ext cx="11201400" cy="4206240"/>
          </a:xfrm>
        </p:spPr>
        <p:txBody>
          <a:bodyPr vert="horz" lIns="91440" tIns="45720" rIns="91440" bIns="45720" rtlCol="0" anchor="b">
            <a:normAutofit/>
          </a:bodyPr>
          <a:lstStyle>
            <a:lvl1pPr marL="0" indent="0" algn="ctr">
              <a:lnSpc>
                <a:spcPct val="90000"/>
              </a:lnSpc>
              <a:spcBef>
                <a:spcPts val="0"/>
              </a:spcBef>
              <a:buNone/>
              <a:defRPr lang="en-US" sz="27800" dirty="0">
                <a:solidFill>
                  <a:schemeClr val="tx2">
                    <a:lumMod val="90000"/>
                  </a:schemeClr>
                </a:solidFill>
                <a:latin typeface="+mj-lt"/>
              </a:defRPr>
            </a:lvl1pPr>
          </a:lstStyle>
          <a:p>
            <a:pPr lvl="0"/>
            <a:r>
              <a:rPr lang="en-US"/>
              <a:t>##%</a:t>
            </a:r>
          </a:p>
        </p:txBody>
      </p:sp>
      <p:sp>
        <p:nvSpPr>
          <p:cNvPr id="4" name="Footer Placeholder 3">
            <a:extLst>
              <a:ext uri="{FF2B5EF4-FFF2-40B4-BE49-F238E27FC236}">
                <a16:creationId xmlns:a16="http://schemas.microsoft.com/office/drawing/2014/main" id="{943AE6E7-0083-439C-3FBC-ADE4BE86C1A4}"/>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3" name="Date Placeholder 2">
            <a:extLst>
              <a:ext uri="{FF2B5EF4-FFF2-40B4-BE49-F238E27FC236}">
                <a16:creationId xmlns:a16="http://schemas.microsoft.com/office/drawing/2014/main" id="{615DF3EE-4BB8-4215-E053-BF3ED1BB9F97}"/>
              </a:ext>
            </a:extLst>
          </p:cNvPr>
          <p:cNvSpPr>
            <a:spLocks noGrp="1"/>
          </p:cNvSpPr>
          <p:nvPr>
            <p:ph type="dt" sz="half" idx="10"/>
          </p:nvPr>
        </p:nvSpPr>
        <p:spPr/>
        <p:txBody>
          <a:bodyPr/>
          <a:lstStyle>
            <a:lvl1pPr>
              <a:defRPr>
                <a:solidFill>
                  <a:schemeClr val="tx2"/>
                </a:solidFill>
              </a:defRPr>
            </a:lvl1pPr>
          </a:lstStyle>
          <a:p>
            <a:fld id="{4AC8F0CD-CD54-4D81-AA2E-F53EC757E087}" type="datetime1">
              <a:rPr lang="en-US" smtClean="0"/>
              <a:t>3/4/2026</a:t>
            </a:fld>
            <a:endParaRPr lang="en-US"/>
          </a:p>
        </p:txBody>
      </p:sp>
      <p:sp>
        <p:nvSpPr>
          <p:cNvPr id="5" name="Slide Number Placeholder 4">
            <a:extLst>
              <a:ext uri="{FF2B5EF4-FFF2-40B4-BE49-F238E27FC236}">
                <a16:creationId xmlns:a16="http://schemas.microsoft.com/office/drawing/2014/main" id="{2AF27A3B-009A-1790-7D93-9A1F6351D8BE}"/>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a:p>
        </p:txBody>
      </p:sp>
      <p:cxnSp>
        <p:nvCxnSpPr>
          <p:cNvPr id="10" name="Straight Connector 9">
            <a:extLst>
              <a:ext uri="{FF2B5EF4-FFF2-40B4-BE49-F238E27FC236}">
                <a16:creationId xmlns:a16="http://schemas.microsoft.com/office/drawing/2014/main" id="{85ADE133-B5D6-A1C0-6BC9-C723D008EC0E}"/>
              </a:ext>
            </a:extLst>
          </p:cNvPr>
          <p:cNvCxnSpPr>
            <a:cxnSpLocks/>
          </p:cNvCxnSpPr>
          <p:nvPr/>
        </p:nvCxnSpPr>
        <p:spPr>
          <a:xfrm flipH="1">
            <a:off x="0" y="5018669"/>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98389604"/>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Number Large 2">
    <p:bg>
      <p:bgRef idx="1001">
        <a:schemeClr val="bg1"/>
      </p:bgRef>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EF9816A-24DB-A6D2-3F39-E78DC5E1C26D}"/>
              </a:ext>
            </a:extLst>
          </p:cNvPr>
          <p:cNvSpPr/>
          <p:nvPr/>
        </p:nvSpPr>
        <p:spPr>
          <a:xfrm>
            <a:off x="0" y="0"/>
            <a:ext cx="12192000" cy="6858000"/>
          </a:xfrm>
          <a:prstGeom prst="rect">
            <a:avLst/>
          </a:prstGeom>
          <a:solidFill>
            <a:schemeClr val="accent2">
              <a:alpha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806196" y="5248656"/>
            <a:ext cx="10579608" cy="896112"/>
          </a:xfrm>
        </p:spPr>
        <p:txBody>
          <a:bodyPr vert="horz" lIns="91440" tIns="45720" rIns="91440" bIns="45720" rtlCol="0" anchor="ctr">
            <a:normAutofit/>
          </a:bodyPr>
          <a:lstStyle>
            <a:lvl1pPr algn="ctr">
              <a:lnSpc>
                <a:spcPct val="110000"/>
              </a:lnSpc>
              <a:defRPr lang="en-US" sz="2400" cap="all" spc="200" baseline="0" dirty="0">
                <a:solidFill>
                  <a:schemeClr val="accent4">
                    <a:lumMod val="75000"/>
                  </a:schemeClr>
                </a:solidFill>
                <a:latin typeface="+mn-lt"/>
              </a:defRPr>
            </a:lvl1pPr>
          </a:lstStyle>
          <a:p>
            <a:pPr lvl="0"/>
            <a:r>
              <a:rPr lang="en-US"/>
              <a:t>Click to edit Master title styles</a:t>
            </a:r>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hasCustomPrompt="1"/>
          </p:nvPr>
        </p:nvSpPr>
        <p:spPr>
          <a:xfrm>
            <a:off x="495300" y="603504"/>
            <a:ext cx="11201400" cy="4206240"/>
          </a:xfrm>
        </p:spPr>
        <p:txBody>
          <a:bodyPr vert="horz" lIns="91440" tIns="45720" rIns="91440" bIns="45720" rtlCol="0" anchor="b">
            <a:normAutofit/>
          </a:bodyPr>
          <a:lstStyle>
            <a:lvl1pPr marL="0" indent="0" algn="ctr">
              <a:lnSpc>
                <a:spcPct val="90000"/>
              </a:lnSpc>
              <a:spcBef>
                <a:spcPts val="0"/>
              </a:spcBef>
              <a:buNone/>
              <a:defRPr lang="en-US" sz="27800" dirty="0">
                <a:solidFill>
                  <a:schemeClr val="accent4">
                    <a:lumMod val="75000"/>
                  </a:schemeClr>
                </a:solidFill>
                <a:latin typeface="+mj-lt"/>
              </a:defRPr>
            </a:lvl1pPr>
          </a:lstStyle>
          <a:p>
            <a:pPr lvl="0"/>
            <a:r>
              <a:rPr lang="en-US"/>
              <a:t>##%</a:t>
            </a:r>
          </a:p>
        </p:txBody>
      </p:sp>
      <p:sp>
        <p:nvSpPr>
          <p:cNvPr id="4" name="Footer Placeholder 3">
            <a:extLst>
              <a:ext uri="{FF2B5EF4-FFF2-40B4-BE49-F238E27FC236}">
                <a16:creationId xmlns:a16="http://schemas.microsoft.com/office/drawing/2014/main" id="{943AE6E7-0083-439C-3FBC-ADE4BE86C1A4}"/>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3" name="Date Placeholder 2">
            <a:extLst>
              <a:ext uri="{FF2B5EF4-FFF2-40B4-BE49-F238E27FC236}">
                <a16:creationId xmlns:a16="http://schemas.microsoft.com/office/drawing/2014/main" id="{615DF3EE-4BB8-4215-E053-BF3ED1BB9F97}"/>
              </a:ext>
            </a:extLst>
          </p:cNvPr>
          <p:cNvSpPr>
            <a:spLocks noGrp="1"/>
          </p:cNvSpPr>
          <p:nvPr>
            <p:ph type="dt" sz="half" idx="10"/>
          </p:nvPr>
        </p:nvSpPr>
        <p:spPr/>
        <p:txBody>
          <a:bodyPr/>
          <a:lstStyle>
            <a:lvl1pPr>
              <a:defRPr>
                <a:solidFill>
                  <a:schemeClr val="tx2"/>
                </a:solidFill>
              </a:defRPr>
            </a:lvl1pPr>
          </a:lstStyle>
          <a:p>
            <a:fld id="{357BF1D3-2990-4429-A9CB-0765BDF1B23D}" type="datetime1">
              <a:rPr lang="en-US" smtClean="0"/>
              <a:t>3/4/2026</a:t>
            </a:fld>
            <a:endParaRPr lang="en-US"/>
          </a:p>
        </p:txBody>
      </p:sp>
      <p:sp>
        <p:nvSpPr>
          <p:cNvPr id="5" name="Slide Number Placeholder 4">
            <a:extLst>
              <a:ext uri="{FF2B5EF4-FFF2-40B4-BE49-F238E27FC236}">
                <a16:creationId xmlns:a16="http://schemas.microsoft.com/office/drawing/2014/main" id="{2AF27A3B-009A-1790-7D93-9A1F6351D8BE}"/>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a:p>
        </p:txBody>
      </p:sp>
      <p:cxnSp>
        <p:nvCxnSpPr>
          <p:cNvPr id="6" name="Straight Connector 5">
            <a:extLst>
              <a:ext uri="{FF2B5EF4-FFF2-40B4-BE49-F238E27FC236}">
                <a16:creationId xmlns:a16="http://schemas.microsoft.com/office/drawing/2014/main" id="{64C657CA-BC15-CFB3-68A2-CD405FBC42E3}"/>
              </a:ext>
            </a:extLst>
          </p:cNvPr>
          <p:cNvCxnSpPr>
            <a:cxnSpLocks/>
          </p:cNvCxnSpPr>
          <p:nvPr/>
        </p:nvCxnSpPr>
        <p:spPr>
          <a:xfrm flipH="1">
            <a:off x="0" y="5018669"/>
            <a:ext cx="12192000" cy="0"/>
          </a:xfrm>
          <a:prstGeom prst="line">
            <a:avLst/>
          </a:prstGeom>
          <a:ln w="9525">
            <a:solidFill>
              <a:schemeClr val="tx2">
                <a:alpha val="3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C2258A7C-B0B2-E98B-CC50-E513F3F96778}"/>
              </a:ext>
            </a:extLst>
          </p:cNvPr>
          <p:cNvCxnSpPr>
            <a:cxnSpLocks/>
          </p:cNvCxnSpPr>
          <p:nvPr/>
        </p:nvCxnSpPr>
        <p:spPr>
          <a:xfrm flipH="1">
            <a:off x="0" y="6396171"/>
            <a:ext cx="12192000" cy="0"/>
          </a:xfrm>
          <a:prstGeom prst="line">
            <a:avLst/>
          </a:prstGeom>
          <a:ln w="9525">
            <a:solidFill>
              <a:schemeClr val="tx2">
                <a:alpha val="3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49390628"/>
      </p:ext>
    </p:extLst>
  </p:cSld>
  <p:clrMapOvr>
    <a:overrideClrMapping bg1="lt1" tx1="dk1" bg2="lt2" tx2="dk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Number Large 3">
    <p:bg>
      <p:bgRef idx="1001">
        <a:schemeClr val="bg2"/>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FDE1DC1-9689-2EE3-E7BA-1B5865E69925}"/>
              </a:ext>
            </a:extLst>
          </p:cNvPr>
          <p:cNvSpPr/>
          <p:nvPr/>
        </p:nvSpPr>
        <p:spPr>
          <a:xfrm>
            <a:off x="0" y="0"/>
            <a:ext cx="12192000" cy="6858000"/>
          </a:xfrm>
          <a:prstGeom prst="rect">
            <a:avLst/>
          </a:prstGeom>
          <a:solidFill>
            <a:schemeClr val="accent2">
              <a:lumMod val="60000"/>
              <a:lumOff val="40000"/>
              <a:alpha val="9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1718209" y="5095152"/>
            <a:ext cx="8755582" cy="1397088"/>
          </a:xfrm>
        </p:spPr>
        <p:txBody>
          <a:bodyPr vert="horz" lIns="91440" tIns="45720" rIns="91440" bIns="45720" rtlCol="0" anchor="ctr">
            <a:normAutofit/>
          </a:bodyPr>
          <a:lstStyle>
            <a:lvl1pPr algn="ctr">
              <a:lnSpc>
                <a:spcPct val="120000"/>
              </a:lnSpc>
              <a:defRPr lang="en-US" sz="2600" cap="all" spc="100" baseline="0" dirty="0">
                <a:solidFill>
                  <a:schemeClr val="accent4"/>
                </a:solidFill>
                <a:latin typeface="+mn-lt"/>
              </a:defRPr>
            </a:lvl1pPr>
          </a:lstStyle>
          <a:p>
            <a:pPr lvl="0"/>
            <a:r>
              <a:rPr lang="en-US"/>
              <a:t>Click to edit Master title styles</a:t>
            </a:r>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hasCustomPrompt="1"/>
          </p:nvPr>
        </p:nvSpPr>
        <p:spPr>
          <a:xfrm>
            <a:off x="915924" y="604476"/>
            <a:ext cx="10360152" cy="3886200"/>
          </a:xfrm>
        </p:spPr>
        <p:txBody>
          <a:bodyPr vert="horz" lIns="91440" tIns="45720" rIns="91440" bIns="45720" rtlCol="0" anchor="b">
            <a:normAutofit/>
          </a:bodyPr>
          <a:lstStyle>
            <a:lvl1pPr marL="0" indent="0" algn="ctr">
              <a:lnSpc>
                <a:spcPct val="90000"/>
              </a:lnSpc>
              <a:spcBef>
                <a:spcPts val="0"/>
              </a:spcBef>
              <a:buNone/>
              <a:defRPr lang="en-US" sz="26000" dirty="0">
                <a:solidFill>
                  <a:schemeClr val="accent4"/>
                </a:solidFill>
                <a:latin typeface="+mj-lt"/>
              </a:defRPr>
            </a:lvl1pPr>
          </a:lstStyle>
          <a:p>
            <a:pPr lvl="0"/>
            <a:r>
              <a:rPr lang="en-US"/>
              <a:t>##%</a:t>
            </a:r>
          </a:p>
        </p:txBody>
      </p:sp>
      <p:sp>
        <p:nvSpPr>
          <p:cNvPr id="4" name="Footer Placeholder 3">
            <a:extLst>
              <a:ext uri="{FF2B5EF4-FFF2-40B4-BE49-F238E27FC236}">
                <a16:creationId xmlns:a16="http://schemas.microsoft.com/office/drawing/2014/main" id="{943AE6E7-0083-439C-3FBC-ADE4BE86C1A4}"/>
              </a:ext>
            </a:extLst>
          </p:cNvPr>
          <p:cNvSpPr>
            <a:spLocks noGrp="1"/>
          </p:cNvSpPr>
          <p:nvPr>
            <p:ph type="ftr" sz="quarter" idx="11"/>
          </p:nvPr>
        </p:nvSpPr>
        <p:spPr>
          <a:xfrm>
            <a:off x="640080" y="6445997"/>
            <a:ext cx="3949302" cy="365125"/>
          </a:xfrm>
        </p:spPr>
        <p:txBody>
          <a:bodyPr/>
          <a:lstStyle>
            <a:lvl1pPr>
              <a:defRPr>
                <a:solidFill>
                  <a:schemeClr val="tx2"/>
                </a:solidFill>
              </a:defRPr>
            </a:lvl1pPr>
          </a:lstStyle>
          <a:p>
            <a:r>
              <a:rPr lang="en-US"/>
              <a:t>Sample Footer Text</a:t>
            </a:r>
          </a:p>
        </p:txBody>
      </p:sp>
      <p:sp>
        <p:nvSpPr>
          <p:cNvPr id="3" name="Date Placeholder 2">
            <a:extLst>
              <a:ext uri="{FF2B5EF4-FFF2-40B4-BE49-F238E27FC236}">
                <a16:creationId xmlns:a16="http://schemas.microsoft.com/office/drawing/2014/main" id="{615DF3EE-4BB8-4215-E053-BF3ED1BB9F97}"/>
              </a:ext>
            </a:extLst>
          </p:cNvPr>
          <p:cNvSpPr>
            <a:spLocks noGrp="1"/>
          </p:cNvSpPr>
          <p:nvPr>
            <p:ph type="dt" sz="half" idx="10"/>
          </p:nvPr>
        </p:nvSpPr>
        <p:spPr/>
        <p:txBody>
          <a:bodyPr/>
          <a:lstStyle>
            <a:lvl1pPr>
              <a:defRPr>
                <a:solidFill>
                  <a:schemeClr val="tx2"/>
                </a:solidFill>
              </a:defRPr>
            </a:lvl1pPr>
          </a:lstStyle>
          <a:p>
            <a:fld id="{BE99BABC-AD7D-4A6D-A89B-3BB2921A5531}" type="datetime1">
              <a:rPr lang="en-US" smtClean="0"/>
              <a:t>3/4/2026</a:t>
            </a:fld>
            <a:endParaRPr lang="en-US"/>
          </a:p>
        </p:txBody>
      </p:sp>
      <p:sp>
        <p:nvSpPr>
          <p:cNvPr id="5" name="Slide Number Placeholder 4">
            <a:extLst>
              <a:ext uri="{FF2B5EF4-FFF2-40B4-BE49-F238E27FC236}">
                <a16:creationId xmlns:a16="http://schemas.microsoft.com/office/drawing/2014/main" id="{2AF27A3B-009A-1790-7D93-9A1F6351D8BE}"/>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a:p>
        </p:txBody>
      </p:sp>
      <p:cxnSp>
        <p:nvCxnSpPr>
          <p:cNvPr id="9" name="Straight Connector 8">
            <a:extLst>
              <a:ext uri="{FF2B5EF4-FFF2-40B4-BE49-F238E27FC236}">
                <a16:creationId xmlns:a16="http://schemas.microsoft.com/office/drawing/2014/main" id="{C4E840B4-4A86-E59D-DE37-6D68E8998743}"/>
              </a:ext>
            </a:extLst>
          </p:cNvPr>
          <p:cNvCxnSpPr>
            <a:cxnSpLocks/>
          </p:cNvCxnSpPr>
          <p:nvPr/>
        </p:nvCxnSpPr>
        <p:spPr>
          <a:xfrm flipH="1">
            <a:off x="0" y="4800185"/>
            <a:ext cx="12192000" cy="0"/>
          </a:xfrm>
          <a:prstGeom prst="line">
            <a:avLst/>
          </a:prstGeom>
          <a:ln w="9525">
            <a:solidFill>
              <a:schemeClr val="tx2">
                <a:alpha val="3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374C1874-713F-9C70-0910-15468C71D94B}"/>
              </a:ext>
            </a:extLst>
          </p:cNvPr>
          <p:cNvCxnSpPr>
            <a:cxnSpLocks/>
          </p:cNvCxnSpPr>
          <p:nvPr/>
        </p:nvCxnSpPr>
        <p:spPr>
          <a:xfrm>
            <a:off x="457200" y="0"/>
            <a:ext cx="0" cy="6858000"/>
          </a:xfrm>
          <a:prstGeom prst="line">
            <a:avLst/>
          </a:prstGeom>
          <a:ln w="9525">
            <a:solidFill>
              <a:schemeClr val="tx2">
                <a:alpha val="30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FFE3C4BC-AB49-4B2D-6D76-2DB06F19B146}"/>
              </a:ext>
            </a:extLst>
          </p:cNvPr>
          <p:cNvCxnSpPr>
            <a:cxnSpLocks/>
          </p:cNvCxnSpPr>
          <p:nvPr/>
        </p:nvCxnSpPr>
        <p:spPr>
          <a:xfrm>
            <a:off x="11734800" y="0"/>
            <a:ext cx="0" cy="6858000"/>
          </a:xfrm>
          <a:prstGeom prst="line">
            <a:avLst/>
          </a:prstGeom>
          <a:ln w="9525">
            <a:solidFill>
              <a:schemeClr val="tx2">
                <a:alpha val="3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52190486"/>
      </p:ext>
    </p:extLst>
  </p:cSld>
  <p:clrMapOvr>
    <a:overrideClrMapping bg1="lt1" tx1="dk1" bg2="lt2" tx2="dk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Number Large 4">
    <p:bg>
      <p:bgRef idx="1001">
        <a:schemeClr val="bg2"/>
      </p:bgRef>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F5F8892-F2ED-BFCA-E7AB-85D6D27E4996}"/>
              </a:ext>
            </a:extLst>
          </p:cNvPr>
          <p:cNvSpPr/>
          <p:nvPr/>
        </p:nvSpPr>
        <p:spPr>
          <a:xfrm>
            <a:off x="0" y="0"/>
            <a:ext cx="12192000" cy="6858000"/>
          </a:xfrm>
          <a:prstGeom prst="rect">
            <a:avLst/>
          </a:prstGeom>
          <a:solidFill>
            <a:schemeClr val="accent2">
              <a:lumMod val="60000"/>
              <a:lumOff val="40000"/>
              <a:alpha val="9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457200" y="4809744"/>
            <a:ext cx="10817352" cy="1325880"/>
          </a:xfrm>
        </p:spPr>
        <p:txBody>
          <a:bodyPr vert="horz" lIns="91440" tIns="45720" rIns="91440" bIns="45720" rtlCol="0" anchor="ctr">
            <a:normAutofit/>
          </a:bodyPr>
          <a:lstStyle>
            <a:lvl1pPr>
              <a:lnSpc>
                <a:spcPct val="120000"/>
              </a:lnSpc>
              <a:defRPr lang="en-US" sz="2400" cap="all" spc="200" baseline="0" dirty="0">
                <a:solidFill>
                  <a:schemeClr val="tx2">
                    <a:alpha val="90000"/>
                  </a:schemeClr>
                </a:solidFill>
                <a:latin typeface="+mn-lt"/>
              </a:defRPr>
            </a:lvl1pPr>
          </a:lstStyle>
          <a:p>
            <a:pPr lvl="0"/>
            <a:r>
              <a:rPr lang="en-US"/>
              <a:t>Click to edit Master title styles</a:t>
            </a:r>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hasCustomPrompt="1"/>
          </p:nvPr>
        </p:nvSpPr>
        <p:spPr>
          <a:xfrm>
            <a:off x="457200" y="603504"/>
            <a:ext cx="10817352" cy="3886200"/>
          </a:xfrm>
        </p:spPr>
        <p:txBody>
          <a:bodyPr vert="horz" lIns="91440" tIns="45720" rIns="91440" bIns="45720" rtlCol="0" anchor="b">
            <a:normAutofit/>
          </a:bodyPr>
          <a:lstStyle>
            <a:lvl1pPr marL="0" indent="0">
              <a:lnSpc>
                <a:spcPct val="90000"/>
              </a:lnSpc>
              <a:buNone/>
              <a:defRPr lang="en-US" sz="26000" dirty="0">
                <a:solidFill>
                  <a:schemeClr val="accent4"/>
                </a:solidFill>
                <a:latin typeface="+mj-lt"/>
              </a:defRPr>
            </a:lvl1pPr>
          </a:lstStyle>
          <a:p>
            <a:pPr lvl="0"/>
            <a:r>
              <a:rPr lang="en-US"/>
              <a:t>##%</a:t>
            </a:r>
          </a:p>
        </p:txBody>
      </p:sp>
      <p:sp>
        <p:nvSpPr>
          <p:cNvPr id="4" name="Footer Placeholder 3">
            <a:extLst>
              <a:ext uri="{FF2B5EF4-FFF2-40B4-BE49-F238E27FC236}">
                <a16:creationId xmlns:a16="http://schemas.microsoft.com/office/drawing/2014/main" id="{943AE6E7-0083-439C-3FBC-ADE4BE86C1A4}"/>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3" name="Date Placeholder 2">
            <a:extLst>
              <a:ext uri="{FF2B5EF4-FFF2-40B4-BE49-F238E27FC236}">
                <a16:creationId xmlns:a16="http://schemas.microsoft.com/office/drawing/2014/main" id="{615DF3EE-4BB8-4215-E053-BF3ED1BB9F97}"/>
              </a:ext>
            </a:extLst>
          </p:cNvPr>
          <p:cNvSpPr>
            <a:spLocks noGrp="1"/>
          </p:cNvSpPr>
          <p:nvPr>
            <p:ph type="dt" sz="half" idx="10"/>
          </p:nvPr>
        </p:nvSpPr>
        <p:spPr/>
        <p:txBody>
          <a:bodyPr/>
          <a:lstStyle>
            <a:lvl1pPr>
              <a:defRPr>
                <a:solidFill>
                  <a:schemeClr val="tx2"/>
                </a:solidFill>
              </a:defRPr>
            </a:lvl1pPr>
          </a:lstStyle>
          <a:p>
            <a:fld id="{651FE32A-A87D-4DC3-874C-FBD040896932}" type="datetime1">
              <a:rPr lang="en-US" smtClean="0"/>
              <a:t>3/4/2026</a:t>
            </a:fld>
            <a:endParaRPr lang="en-US"/>
          </a:p>
        </p:txBody>
      </p:sp>
      <p:sp>
        <p:nvSpPr>
          <p:cNvPr id="5" name="Slide Number Placeholder 4">
            <a:extLst>
              <a:ext uri="{FF2B5EF4-FFF2-40B4-BE49-F238E27FC236}">
                <a16:creationId xmlns:a16="http://schemas.microsoft.com/office/drawing/2014/main" id="{2AF27A3B-009A-1790-7D93-9A1F6351D8BE}"/>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a:p>
        </p:txBody>
      </p:sp>
      <p:cxnSp>
        <p:nvCxnSpPr>
          <p:cNvPr id="6" name="Straight Connector 5">
            <a:extLst>
              <a:ext uri="{FF2B5EF4-FFF2-40B4-BE49-F238E27FC236}">
                <a16:creationId xmlns:a16="http://schemas.microsoft.com/office/drawing/2014/main" id="{FBC03FAC-E732-2A29-931B-DF10E16576A9}"/>
              </a:ext>
            </a:extLst>
          </p:cNvPr>
          <p:cNvCxnSpPr>
            <a:cxnSpLocks/>
          </p:cNvCxnSpPr>
          <p:nvPr/>
        </p:nvCxnSpPr>
        <p:spPr>
          <a:xfrm flipH="1">
            <a:off x="0" y="4567063"/>
            <a:ext cx="12192000" cy="0"/>
          </a:xfrm>
          <a:prstGeom prst="line">
            <a:avLst/>
          </a:prstGeom>
          <a:ln w="9525">
            <a:solidFill>
              <a:schemeClr val="tx2">
                <a:alpha val="3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22EAA9EA-F053-9082-1866-9E27466BAA2B}"/>
              </a:ext>
            </a:extLst>
          </p:cNvPr>
          <p:cNvCxnSpPr>
            <a:cxnSpLocks/>
          </p:cNvCxnSpPr>
          <p:nvPr/>
        </p:nvCxnSpPr>
        <p:spPr>
          <a:xfrm flipH="1">
            <a:off x="0" y="6396171"/>
            <a:ext cx="12192000" cy="0"/>
          </a:xfrm>
          <a:prstGeom prst="line">
            <a:avLst/>
          </a:prstGeom>
          <a:ln w="9525">
            <a:solidFill>
              <a:schemeClr val="tx2">
                <a:alpha val="3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4634D08-FFFD-5C50-9C95-E26621C9F10B}"/>
              </a:ext>
            </a:extLst>
          </p:cNvPr>
          <p:cNvCxnSpPr>
            <a:cxnSpLocks/>
          </p:cNvCxnSpPr>
          <p:nvPr/>
        </p:nvCxnSpPr>
        <p:spPr>
          <a:xfrm>
            <a:off x="11734800" y="0"/>
            <a:ext cx="0" cy="6858000"/>
          </a:xfrm>
          <a:prstGeom prst="line">
            <a:avLst/>
          </a:prstGeom>
          <a:ln w="9525">
            <a:solidFill>
              <a:schemeClr val="tx2">
                <a:alpha val="3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8991171"/>
      </p:ext>
    </p:extLst>
  </p:cSld>
  <p:clrMapOvr>
    <a:overrideClrMapping bg1="lt1" tx1="dk1" bg2="lt2" tx2="dk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Statement">
    <p:bg>
      <p:bgRef idx="1001">
        <a:schemeClr val="bg2"/>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5FB4D75-C478-D736-9A5A-B64DEA241030}"/>
              </a:ext>
            </a:extLst>
          </p:cNvPr>
          <p:cNvSpPr/>
          <p:nvPr/>
        </p:nvSpPr>
        <p:spPr>
          <a:xfrm>
            <a:off x="0" y="0"/>
            <a:ext cx="12192000"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bg2"/>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693103" y="1493520"/>
            <a:ext cx="8805794" cy="3911600"/>
          </a:xfrm>
        </p:spPr>
        <p:txBody>
          <a:bodyPr anchor="ctr">
            <a:normAutofit/>
          </a:bodyPr>
          <a:lstStyle>
            <a:lvl1pPr marL="0" indent="0" algn="ctr">
              <a:lnSpc>
                <a:spcPct val="110000"/>
              </a:lnSpc>
              <a:buNone/>
              <a:defRPr sz="5400" b="0">
                <a:solidFill>
                  <a:schemeClr val="tx2"/>
                </a:solidFill>
                <a:latin typeface="+mj-lt"/>
              </a:defRPr>
            </a:lvl1pPr>
            <a:lvl2pPr marL="228600" indent="0" algn="ctr">
              <a:lnSpc>
                <a:spcPct val="110000"/>
              </a:lnSpc>
              <a:buNone/>
              <a:defRPr sz="4800" b="0">
                <a:solidFill>
                  <a:schemeClr val="tx2"/>
                </a:solidFill>
                <a:latin typeface="+mj-lt"/>
              </a:defRPr>
            </a:lvl2pPr>
            <a:lvl3pPr marL="457200" indent="0" algn="ctr">
              <a:lnSpc>
                <a:spcPct val="110000"/>
              </a:lnSpc>
              <a:buNone/>
              <a:defRPr sz="4400" b="0">
                <a:solidFill>
                  <a:schemeClr val="tx2"/>
                </a:solidFill>
                <a:latin typeface="+mj-lt"/>
              </a:defRPr>
            </a:lvl3pPr>
            <a:lvl4pPr marL="685800" indent="0" algn="ctr">
              <a:lnSpc>
                <a:spcPct val="110000"/>
              </a:lnSpc>
              <a:buNone/>
              <a:defRPr sz="4000" b="0">
                <a:solidFill>
                  <a:schemeClr val="tx2"/>
                </a:solidFill>
                <a:latin typeface="+mj-lt"/>
              </a:defRPr>
            </a:lvl4pPr>
            <a:lvl5pPr marL="914400" indent="0" algn="ctr">
              <a:lnSpc>
                <a:spcPct val="110000"/>
              </a:lnSpc>
              <a:buNone/>
              <a:defRPr sz="3600" b="0">
                <a:solidFill>
                  <a:schemeClr val="tx2"/>
                </a:solidFill>
                <a:latin typeface="+mj-lt"/>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640080" y="6445997"/>
            <a:ext cx="3949302" cy="365125"/>
          </a:xfrm>
        </p:spPr>
        <p:txBody>
          <a:bodyPr/>
          <a:lstStyle>
            <a:lvl1pPr>
              <a:defRPr>
                <a:solidFill>
                  <a:schemeClr val="tx2"/>
                </a:solidFill>
              </a:defRPr>
            </a:lvl1p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2"/>
                </a:solidFill>
              </a:defRPr>
            </a:lvl1pPr>
          </a:lstStyle>
          <a:p>
            <a:fld id="{E036278C-3666-418F-8843-DFD38DB3098D}" type="datetime1">
              <a:rPr lang="en-US" smtClean="0"/>
              <a:t>3/4/2026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a:p>
        </p:txBody>
      </p:sp>
      <p:cxnSp>
        <p:nvCxnSpPr>
          <p:cNvPr id="9" name="Straight Connector 8">
            <a:extLst>
              <a:ext uri="{FF2B5EF4-FFF2-40B4-BE49-F238E27FC236}">
                <a16:creationId xmlns:a16="http://schemas.microsoft.com/office/drawing/2014/main" id="{6C547212-589F-3A5C-2FF7-4E576B86E3A3}"/>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40E2472-A2D0-B3C4-1592-E709B2EC9AD6}"/>
              </a:ext>
            </a:extLst>
          </p:cNvPr>
          <p:cNvCxnSpPr>
            <a:cxnSpLocks/>
          </p:cNvCxnSpPr>
          <p:nvPr/>
        </p:nvCxnSpPr>
        <p:spPr>
          <a:xfrm>
            <a:off x="457200"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2F95E0B8-C6C3-8095-D53F-FB618E39D7CE}"/>
              </a:ext>
            </a:extLst>
          </p:cNvPr>
          <p:cNvCxnSpPr>
            <a:cxnSpLocks/>
          </p:cNvCxnSpPr>
          <p:nvPr/>
        </p:nvCxnSpPr>
        <p:spPr>
          <a:xfrm flipH="1">
            <a:off x="0" y="459932"/>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AD2DF78-237E-1E21-906C-273460F55F55}"/>
              </a:ext>
            </a:extLst>
          </p:cNvPr>
          <p:cNvCxnSpPr>
            <a:cxnSpLocks/>
          </p:cNvCxnSpPr>
          <p:nvPr/>
        </p:nvCxnSpPr>
        <p:spPr>
          <a:xfrm>
            <a:off x="11734800"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26498314"/>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cSld name="Statement 2">
    <p:bg>
      <p:bgRef idx="1001">
        <a:schemeClr val="bg2"/>
      </p:bgRef>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AEFC0D0B-DA30-766C-173E-0170DEC1DFE7}"/>
              </a:ext>
            </a:extLst>
          </p:cNvPr>
          <p:cNvSpPr/>
          <p:nvPr/>
        </p:nvSpPr>
        <p:spPr>
          <a:xfrm>
            <a:off x="0" y="0"/>
            <a:ext cx="12192000" cy="6858000"/>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bg2"/>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450676" y="1069677"/>
            <a:ext cx="9290649" cy="4744528"/>
          </a:xfrm>
        </p:spPr>
        <p:txBody>
          <a:bodyPr anchor="ctr">
            <a:normAutofit/>
          </a:bodyPr>
          <a:lstStyle>
            <a:lvl1pPr marL="0" indent="0" algn="ctr">
              <a:lnSpc>
                <a:spcPct val="120000"/>
              </a:lnSpc>
              <a:buNone/>
              <a:defRPr sz="4000" b="0" cap="all" spc="260" baseline="0">
                <a:solidFill>
                  <a:schemeClr val="tx2"/>
                </a:solidFill>
              </a:defRPr>
            </a:lvl1pPr>
            <a:lvl2pPr marL="228600" indent="0" algn="ctr">
              <a:lnSpc>
                <a:spcPct val="120000"/>
              </a:lnSpc>
              <a:buNone/>
              <a:defRPr sz="4000" b="0" cap="all" spc="260" baseline="0">
                <a:solidFill>
                  <a:schemeClr val="tx2"/>
                </a:solidFill>
              </a:defRPr>
            </a:lvl2pPr>
            <a:lvl3pPr marL="457200" indent="0" algn="ctr">
              <a:lnSpc>
                <a:spcPct val="120000"/>
              </a:lnSpc>
              <a:buNone/>
              <a:defRPr sz="4000" b="0" cap="all" spc="260" baseline="0">
                <a:solidFill>
                  <a:schemeClr val="tx2"/>
                </a:solidFill>
              </a:defRPr>
            </a:lvl3pPr>
            <a:lvl4pPr marL="685800" indent="0" algn="ctr">
              <a:lnSpc>
                <a:spcPct val="120000"/>
              </a:lnSpc>
              <a:buNone/>
              <a:defRPr sz="4000" b="0" cap="all" spc="260" baseline="0">
                <a:solidFill>
                  <a:schemeClr val="tx2"/>
                </a:solidFill>
              </a:defRPr>
            </a:lvl4pPr>
            <a:lvl5pPr marL="914400" indent="0" algn="ctr">
              <a:lnSpc>
                <a:spcPct val="120000"/>
              </a:lnSpc>
              <a:buNone/>
              <a:defRPr sz="4000" b="0" cap="all" spc="260" baseline="0">
                <a:solidFill>
                  <a:schemeClr val="tx2"/>
                </a:solidFill>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640080" y="6445997"/>
            <a:ext cx="3949302" cy="365125"/>
          </a:xfrm>
        </p:spPr>
        <p:txBody>
          <a:bodyPr/>
          <a:lstStyle>
            <a:lvl1pPr>
              <a:defRPr>
                <a:solidFill>
                  <a:schemeClr val="tx2"/>
                </a:solidFill>
              </a:defRPr>
            </a:lvl1p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2"/>
                </a:solidFill>
              </a:defRPr>
            </a:lvl1pPr>
          </a:lstStyle>
          <a:p>
            <a:fld id="{4E50C56A-CD5D-4BFA-97E5-381E40BD37FE}" type="datetime1">
              <a:rPr lang="en-US" smtClean="0"/>
              <a:t>3/4/2026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a:p>
        </p:txBody>
      </p:sp>
      <p:cxnSp>
        <p:nvCxnSpPr>
          <p:cNvPr id="6" name="Straight Connector 5">
            <a:extLst>
              <a:ext uri="{FF2B5EF4-FFF2-40B4-BE49-F238E27FC236}">
                <a16:creationId xmlns:a16="http://schemas.microsoft.com/office/drawing/2014/main" id="{6D749579-0FDB-004C-88C7-AEAFA967138F}"/>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7236D2D7-1E6C-18EB-97E2-3C716E213514}"/>
              </a:ext>
            </a:extLst>
          </p:cNvPr>
          <p:cNvCxnSpPr>
            <a:cxnSpLocks/>
          </p:cNvCxnSpPr>
          <p:nvPr/>
        </p:nvCxnSpPr>
        <p:spPr>
          <a:xfrm>
            <a:off x="457200"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CC134195-89D3-0A49-21C0-FCE233C5FA6B}"/>
              </a:ext>
            </a:extLst>
          </p:cNvPr>
          <p:cNvCxnSpPr>
            <a:cxnSpLocks/>
          </p:cNvCxnSpPr>
          <p:nvPr/>
        </p:nvCxnSpPr>
        <p:spPr>
          <a:xfrm flipH="1">
            <a:off x="0" y="459932"/>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A06AC78-B01D-B856-062B-5BDFA424140A}"/>
              </a:ext>
            </a:extLst>
          </p:cNvPr>
          <p:cNvCxnSpPr>
            <a:cxnSpLocks/>
          </p:cNvCxnSpPr>
          <p:nvPr/>
        </p:nvCxnSpPr>
        <p:spPr>
          <a:xfrm>
            <a:off x="11734800"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958208"/>
      </p:ext>
    </p:extLst>
  </p:cSld>
  <p:clrMapOvr>
    <a:overrideClrMapping bg1="dk1" tx1="lt1" bg2="dk2" tx2="lt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Statement 3">
    <p:bg>
      <p:bgRef idx="1001">
        <a:schemeClr val="bg2"/>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54B8B42-1FAE-0461-C13E-F2663EC89061}"/>
              </a:ext>
            </a:extLst>
          </p:cNvPr>
          <p:cNvSpPr/>
          <p:nvPr/>
        </p:nvSpPr>
        <p:spPr>
          <a:xfrm>
            <a:off x="0" y="0"/>
            <a:ext cx="12192000" cy="6858000"/>
          </a:xfrm>
          <a:prstGeom prst="rect">
            <a:avLst/>
          </a:prstGeom>
          <a:solidFill>
            <a:schemeClr val="accent5">
              <a:lumMod val="40000"/>
              <a:lumOff val="60000"/>
              <a:alpha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693103" y="1493520"/>
            <a:ext cx="8805794" cy="3911600"/>
          </a:xfrm>
        </p:spPr>
        <p:txBody>
          <a:bodyPr anchor="ctr">
            <a:normAutofit/>
          </a:bodyPr>
          <a:lstStyle>
            <a:lvl1pPr marL="0" indent="0" algn="ctr">
              <a:lnSpc>
                <a:spcPct val="110000"/>
              </a:lnSpc>
              <a:buNone/>
              <a:defRPr sz="5400" b="0">
                <a:solidFill>
                  <a:schemeClr val="tx2">
                    <a:alpha val="90000"/>
                  </a:schemeClr>
                </a:solidFill>
                <a:latin typeface="+mj-lt"/>
              </a:defRPr>
            </a:lvl1pPr>
            <a:lvl2pPr marL="228600" indent="0" algn="ctr">
              <a:lnSpc>
                <a:spcPct val="110000"/>
              </a:lnSpc>
              <a:buNone/>
              <a:defRPr sz="4800" b="0">
                <a:solidFill>
                  <a:schemeClr val="tx2">
                    <a:alpha val="90000"/>
                  </a:schemeClr>
                </a:solidFill>
                <a:latin typeface="+mj-lt"/>
              </a:defRPr>
            </a:lvl2pPr>
            <a:lvl3pPr marL="457200" indent="0" algn="ctr">
              <a:lnSpc>
                <a:spcPct val="110000"/>
              </a:lnSpc>
              <a:buNone/>
              <a:defRPr sz="4400" b="0">
                <a:solidFill>
                  <a:schemeClr val="tx2">
                    <a:alpha val="90000"/>
                  </a:schemeClr>
                </a:solidFill>
                <a:latin typeface="+mj-lt"/>
              </a:defRPr>
            </a:lvl3pPr>
            <a:lvl4pPr marL="685800" indent="0" algn="ctr">
              <a:lnSpc>
                <a:spcPct val="110000"/>
              </a:lnSpc>
              <a:buNone/>
              <a:defRPr sz="4000" b="0">
                <a:solidFill>
                  <a:schemeClr val="tx2">
                    <a:alpha val="90000"/>
                  </a:schemeClr>
                </a:solidFill>
                <a:latin typeface="+mj-lt"/>
              </a:defRPr>
            </a:lvl4pPr>
            <a:lvl5pPr marL="914400" indent="0" algn="ctr">
              <a:lnSpc>
                <a:spcPct val="110000"/>
              </a:lnSpc>
              <a:buNone/>
              <a:defRPr sz="3600" b="0">
                <a:solidFill>
                  <a:schemeClr val="tx2">
                    <a:alpha val="90000"/>
                  </a:schemeClr>
                </a:solidFill>
                <a:latin typeface="+mj-lt"/>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640080" y="6445997"/>
            <a:ext cx="3949302" cy="365125"/>
          </a:xfrm>
        </p:spPr>
        <p:txBody>
          <a:bodyPr/>
          <a:lstStyle>
            <a:lvl1pPr>
              <a:defRPr>
                <a:solidFill>
                  <a:schemeClr val="tx2"/>
                </a:solidFill>
              </a:defRPr>
            </a:lvl1p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2"/>
                </a:solidFill>
              </a:defRPr>
            </a:lvl1pPr>
          </a:lstStyle>
          <a:p>
            <a:fld id="{DBF456FA-CA72-4459-B86B-03B2C85DD46A}" type="datetime1">
              <a:rPr lang="en-US" smtClean="0"/>
              <a:t>3/4/2026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a:p>
        </p:txBody>
      </p:sp>
      <p:cxnSp>
        <p:nvCxnSpPr>
          <p:cNvPr id="9" name="Straight Connector 8">
            <a:extLst>
              <a:ext uri="{FF2B5EF4-FFF2-40B4-BE49-F238E27FC236}">
                <a16:creationId xmlns:a16="http://schemas.microsoft.com/office/drawing/2014/main" id="{6C547212-589F-3A5C-2FF7-4E576B86E3A3}"/>
              </a:ext>
            </a:extLst>
          </p:cNvPr>
          <p:cNvCxnSpPr>
            <a:cxnSpLocks/>
          </p:cNvCxnSpPr>
          <p:nvPr/>
        </p:nvCxnSpPr>
        <p:spPr>
          <a:xfrm flipH="1">
            <a:off x="0" y="6398068"/>
            <a:ext cx="12192000" cy="0"/>
          </a:xfrm>
          <a:prstGeom prst="line">
            <a:avLst/>
          </a:prstGeom>
          <a:ln w="9525">
            <a:solidFill>
              <a:schemeClr val="bg2">
                <a:alpha val="4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40E2472-A2D0-B3C4-1592-E709B2EC9AD6}"/>
              </a:ext>
            </a:extLst>
          </p:cNvPr>
          <p:cNvCxnSpPr>
            <a:cxnSpLocks/>
          </p:cNvCxnSpPr>
          <p:nvPr/>
        </p:nvCxnSpPr>
        <p:spPr>
          <a:xfrm>
            <a:off x="457200" y="0"/>
            <a:ext cx="0" cy="6858000"/>
          </a:xfrm>
          <a:prstGeom prst="line">
            <a:avLst/>
          </a:prstGeom>
          <a:ln w="9525">
            <a:solidFill>
              <a:schemeClr val="bg2">
                <a:alpha val="40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2F95E0B8-C6C3-8095-D53F-FB618E39D7CE}"/>
              </a:ext>
            </a:extLst>
          </p:cNvPr>
          <p:cNvCxnSpPr>
            <a:cxnSpLocks/>
          </p:cNvCxnSpPr>
          <p:nvPr/>
        </p:nvCxnSpPr>
        <p:spPr>
          <a:xfrm flipH="1">
            <a:off x="0" y="459932"/>
            <a:ext cx="12192000" cy="0"/>
          </a:xfrm>
          <a:prstGeom prst="line">
            <a:avLst/>
          </a:prstGeom>
          <a:ln w="9525">
            <a:solidFill>
              <a:schemeClr val="bg2">
                <a:alpha val="4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AD2DF78-237E-1E21-906C-273460F55F55}"/>
              </a:ext>
            </a:extLst>
          </p:cNvPr>
          <p:cNvCxnSpPr>
            <a:cxnSpLocks/>
          </p:cNvCxnSpPr>
          <p:nvPr/>
        </p:nvCxnSpPr>
        <p:spPr>
          <a:xfrm>
            <a:off x="11734800" y="0"/>
            <a:ext cx="0" cy="6858000"/>
          </a:xfrm>
          <a:prstGeom prst="line">
            <a:avLst/>
          </a:prstGeom>
          <a:ln w="9525">
            <a:solidFill>
              <a:schemeClr val="bg2">
                <a:alpha val="4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33551971"/>
      </p:ext>
    </p:extLst>
  </p:cSld>
  <p:clrMapOvr>
    <a:overrideClrMapping bg1="lt1" tx1="dk1" bg2="lt2" tx2="dk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Statement 4">
    <p:bg>
      <p:bgRef idx="1001">
        <a:schemeClr val="bg2"/>
      </p:bgRef>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EAF5849-739D-C101-47C3-B7745B65C36B}"/>
              </a:ext>
            </a:extLst>
          </p:cNvPr>
          <p:cNvSpPr/>
          <p:nvPr/>
        </p:nvSpPr>
        <p:spPr>
          <a:xfrm>
            <a:off x="0" y="0"/>
            <a:ext cx="12192000" cy="6858000"/>
          </a:xfrm>
          <a:prstGeom prst="rect">
            <a:avLst/>
          </a:prstGeom>
          <a:solidFill>
            <a:schemeClr val="accent5">
              <a:lumMod val="40000"/>
              <a:lumOff val="60000"/>
              <a:alpha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57201" y="726618"/>
            <a:ext cx="9057452" cy="3959677"/>
          </a:xfrm>
        </p:spPr>
        <p:txBody>
          <a:bodyPr anchor="ctr">
            <a:noAutofit/>
          </a:bodyPr>
          <a:lstStyle>
            <a:lvl1pPr marL="0" indent="0">
              <a:lnSpc>
                <a:spcPct val="100000"/>
              </a:lnSpc>
              <a:buNone/>
              <a:defRPr sz="6200" b="0">
                <a:solidFill>
                  <a:schemeClr val="tx2">
                    <a:alpha val="90000"/>
                  </a:schemeClr>
                </a:solidFill>
                <a:latin typeface="+mj-lt"/>
              </a:defRPr>
            </a:lvl1pPr>
            <a:lvl2pPr marL="228600" indent="0">
              <a:lnSpc>
                <a:spcPct val="100000"/>
              </a:lnSpc>
              <a:buNone/>
              <a:defRPr sz="6200" b="0">
                <a:solidFill>
                  <a:schemeClr val="tx2">
                    <a:alpha val="90000"/>
                  </a:schemeClr>
                </a:solidFill>
                <a:latin typeface="+mj-lt"/>
              </a:defRPr>
            </a:lvl2pPr>
            <a:lvl3pPr marL="457200" indent="0">
              <a:lnSpc>
                <a:spcPct val="100000"/>
              </a:lnSpc>
              <a:buNone/>
              <a:defRPr sz="6200" b="0">
                <a:solidFill>
                  <a:schemeClr val="tx2">
                    <a:alpha val="90000"/>
                  </a:schemeClr>
                </a:solidFill>
                <a:latin typeface="+mj-lt"/>
              </a:defRPr>
            </a:lvl3pPr>
            <a:lvl4pPr marL="685800" indent="0">
              <a:lnSpc>
                <a:spcPct val="100000"/>
              </a:lnSpc>
              <a:buNone/>
              <a:defRPr sz="6200" b="0">
                <a:solidFill>
                  <a:schemeClr val="tx2">
                    <a:alpha val="90000"/>
                  </a:schemeClr>
                </a:solidFill>
                <a:latin typeface="+mj-lt"/>
              </a:defRPr>
            </a:lvl4pPr>
            <a:lvl5pPr marL="914400" indent="0">
              <a:lnSpc>
                <a:spcPct val="100000"/>
              </a:lnSpc>
              <a:buNone/>
              <a:defRPr sz="6200" b="0">
                <a:solidFill>
                  <a:schemeClr val="tx2">
                    <a:alpha val="90000"/>
                  </a:schemeClr>
                </a:solidFill>
                <a:latin typeface="+mj-lt"/>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457200" y="6445997"/>
            <a:ext cx="3949302" cy="365125"/>
          </a:xfrm>
        </p:spPr>
        <p:txBody>
          <a:bodyPr/>
          <a:lstStyle>
            <a:lvl1pPr>
              <a:defRPr>
                <a:solidFill>
                  <a:schemeClr val="tx2"/>
                </a:solidFill>
              </a:defRPr>
            </a:lvl1p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2"/>
                </a:solidFill>
              </a:defRPr>
            </a:lvl1pPr>
          </a:lstStyle>
          <a:p>
            <a:fld id="{B3EC1153-D263-4C11-8011-CBFFD9730DCE}" type="datetime1">
              <a:rPr lang="en-US" smtClean="0"/>
              <a:t>3/4/2026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a:p>
        </p:txBody>
      </p:sp>
      <p:cxnSp>
        <p:nvCxnSpPr>
          <p:cNvPr id="6" name="Straight Connector 5">
            <a:extLst>
              <a:ext uri="{FF2B5EF4-FFF2-40B4-BE49-F238E27FC236}">
                <a16:creationId xmlns:a16="http://schemas.microsoft.com/office/drawing/2014/main" id="{7E668AFA-4F03-20A8-1BA4-B3199B0ED0C7}"/>
              </a:ext>
            </a:extLst>
          </p:cNvPr>
          <p:cNvCxnSpPr>
            <a:cxnSpLocks/>
          </p:cNvCxnSpPr>
          <p:nvPr/>
        </p:nvCxnSpPr>
        <p:spPr>
          <a:xfrm flipH="1">
            <a:off x="0" y="5284684"/>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22798B79-8105-6FCD-C65A-F6BE09F875EB}"/>
              </a:ext>
            </a:extLst>
          </p:cNvPr>
          <p:cNvCxnSpPr>
            <a:cxnSpLocks/>
          </p:cNvCxnSpPr>
          <p:nvPr/>
        </p:nvCxnSpPr>
        <p:spPr>
          <a:xfrm>
            <a:off x="10624726"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91580160"/>
      </p:ext>
    </p:extLst>
  </p:cSld>
  <p:clrMapOvr>
    <a:overrideClrMapping bg1="lt1" tx1="dk1" bg2="lt2" tx2="dk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Quote">
    <p:bg>
      <p:bgRef idx="1001">
        <a:schemeClr val="bg2"/>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47DCC75-46A1-9953-9459-89672E9805A8}"/>
              </a:ext>
            </a:extLst>
          </p:cNvPr>
          <p:cNvSpPr/>
          <p:nvPr/>
        </p:nvSpPr>
        <p:spPr>
          <a:xfrm>
            <a:off x="0" y="0"/>
            <a:ext cx="12192000" cy="6858000"/>
          </a:xfrm>
          <a:prstGeom prst="rect">
            <a:avLst/>
          </a:prstGeom>
          <a:solidFill>
            <a:schemeClr val="accent1">
              <a:lumMod val="40000"/>
              <a:lumOff val="60000"/>
              <a:alpha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1562100" y="5549186"/>
            <a:ext cx="9199563" cy="653184"/>
          </a:xfrm>
        </p:spPr>
        <p:txBody>
          <a:bodyPr anchor="ctr">
            <a:normAutofit/>
          </a:bodyPr>
          <a:lstStyle>
            <a:lvl1pPr>
              <a:lnSpc>
                <a:spcPct val="120000"/>
              </a:lnSpc>
              <a:defRPr sz="1800" b="1" cap="all" spc="100" baseline="0">
                <a:solidFill>
                  <a:schemeClr val="accent4">
                    <a:lumMod val="75000"/>
                  </a:schemeClr>
                </a:solidFill>
                <a:latin typeface="+mn-lt"/>
              </a:defRPr>
            </a:lvl1pPr>
          </a:lstStyle>
          <a:p>
            <a:r>
              <a:rPr lang="en-US"/>
              <a:t>Quote Author</a:t>
            </a:r>
          </a:p>
        </p:txBody>
      </p:sp>
      <p:sp>
        <p:nvSpPr>
          <p:cNvPr id="10" name="Content Placeholder 9">
            <a:extLst>
              <a:ext uri="{FF2B5EF4-FFF2-40B4-BE49-F238E27FC236}">
                <a16:creationId xmlns:a16="http://schemas.microsoft.com/office/drawing/2014/main" id="{636EB602-83B2-B4EE-7805-FB94B7747666}"/>
              </a:ext>
            </a:extLst>
          </p:cNvPr>
          <p:cNvSpPr>
            <a:spLocks noGrp="1"/>
          </p:cNvSpPr>
          <p:nvPr>
            <p:ph sz="quarter" idx="14" hasCustomPrompt="1"/>
          </p:nvPr>
        </p:nvSpPr>
        <p:spPr>
          <a:xfrm>
            <a:off x="1562100" y="823913"/>
            <a:ext cx="9199563" cy="3614737"/>
          </a:xfrm>
        </p:spPr>
        <p:txBody>
          <a:bodyPr anchor="ctr">
            <a:normAutofit/>
          </a:bodyPr>
          <a:lstStyle>
            <a:lvl1pPr marL="182880" indent="-182880">
              <a:buNone/>
              <a:defRPr sz="4000">
                <a:solidFill>
                  <a:schemeClr val="accent4">
                    <a:lumMod val="75000"/>
                  </a:schemeClr>
                </a:solidFill>
                <a:latin typeface="+mj-lt"/>
              </a:defRPr>
            </a:lvl1pPr>
          </a:lstStyle>
          <a:p>
            <a:pPr lvl="0"/>
            <a:r>
              <a:rPr lang="en-US"/>
              <a:t>Click to edit Quote</a:t>
            </a:r>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a:xfrm>
            <a:off x="685800" y="6445997"/>
            <a:ext cx="3949302" cy="365125"/>
          </a:xfrm>
        </p:spPr>
        <p:txBody>
          <a:bodyPr/>
          <a:lstStyle>
            <a:lvl1pPr>
              <a:defRPr>
                <a:solidFill>
                  <a:schemeClr val="tx2"/>
                </a:solidFill>
              </a:defRPr>
            </a:lvl1pPr>
          </a:lstStyle>
          <a:p>
            <a:r>
              <a:rPr lang="en-US"/>
              <a:t>Sample Footer Text</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lvl1pPr>
              <a:defRPr>
                <a:solidFill>
                  <a:schemeClr val="tx2"/>
                </a:solidFill>
              </a:defRPr>
            </a:lvl1pPr>
          </a:lstStyle>
          <a:p>
            <a:fld id="{192870C0-88BC-4B78-A088-30393EC7D39C}" type="datetime1">
              <a:rPr lang="en-US" smtClean="0"/>
              <a:t>3/4/2026</a:t>
            </a:fld>
            <a:endParaRPr lang="en-US"/>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a:p>
        </p:txBody>
      </p:sp>
      <p:cxnSp>
        <p:nvCxnSpPr>
          <p:cNvPr id="6" name="Straight Connector 5">
            <a:extLst>
              <a:ext uri="{FF2B5EF4-FFF2-40B4-BE49-F238E27FC236}">
                <a16:creationId xmlns:a16="http://schemas.microsoft.com/office/drawing/2014/main" id="{741338F2-C5CE-45A7-7748-138B348BA1E7}"/>
              </a:ext>
            </a:extLst>
          </p:cNvPr>
          <p:cNvCxnSpPr>
            <a:cxnSpLocks/>
          </p:cNvCxnSpPr>
          <p:nvPr/>
        </p:nvCxnSpPr>
        <p:spPr>
          <a:xfrm>
            <a:off x="457200" y="0"/>
            <a:ext cx="0" cy="6858000"/>
          </a:xfrm>
          <a:prstGeom prst="line">
            <a:avLst/>
          </a:prstGeom>
          <a:ln w="9525">
            <a:solidFill>
              <a:schemeClr val="tx2">
                <a:alpha val="3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14CFB94-8AB3-65DB-0B12-EC4F7DAAEBF7}"/>
              </a:ext>
            </a:extLst>
          </p:cNvPr>
          <p:cNvCxnSpPr>
            <a:cxnSpLocks/>
          </p:cNvCxnSpPr>
          <p:nvPr/>
        </p:nvCxnSpPr>
        <p:spPr>
          <a:xfrm flipH="1">
            <a:off x="0" y="5043721"/>
            <a:ext cx="12192000" cy="0"/>
          </a:xfrm>
          <a:prstGeom prst="line">
            <a:avLst/>
          </a:prstGeom>
          <a:ln w="9525">
            <a:solidFill>
              <a:schemeClr val="tx2">
                <a:alpha val="3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25546094"/>
      </p:ext>
    </p:extLst>
  </p:cSld>
  <p:clrMapOvr>
    <a:overrideClrMapping bg1="lt1" tx1="dk1" bg2="lt2" tx2="dk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Quote 2">
    <p:bg>
      <p:bgRef idx="1001">
        <a:schemeClr val="bg2"/>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C0E8326-1507-F48A-851B-53763210D1ED}"/>
              </a:ext>
            </a:extLst>
          </p:cNvPr>
          <p:cNvSpPr/>
          <p:nvPr/>
        </p:nvSpPr>
        <p:spPr>
          <a:xfrm>
            <a:off x="0" y="0"/>
            <a:ext cx="12192000" cy="6858000"/>
          </a:xfrm>
          <a:prstGeom prst="rect">
            <a:avLst/>
          </a:prstGeom>
          <a:solidFill>
            <a:schemeClr val="accent1">
              <a:lumMod val="20000"/>
              <a:lumOff val="80000"/>
              <a:alpha val="9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1562100" y="5549186"/>
            <a:ext cx="7900414" cy="653184"/>
          </a:xfrm>
        </p:spPr>
        <p:txBody>
          <a:bodyPr anchor="ctr">
            <a:normAutofit/>
          </a:bodyPr>
          <a:lstStyle>
            <a:lvl1pPr>
              <a:lnSpc>
                <a:spcPct val="120000"/>
              </a:lnSpc>
              <a:defRPr sz="1800" b="1" cap="all" spc="100" baseline="0">
                <a:solidFill>
                  <a:schemeClr val="accent1"/>
                </a:solidFill>
                <a:latin typeface="+mn-lt"/>
              </a:defRPr>
            </a:lvl1pPr>
          </a:lstStyle>
          <a:p>
            <a:r>
              <a:rPr lang="en-US"/>
              <a:t>Quote Author</a:t>
            </a:r>
          </a:p>
        </p:txBody>
      </p:sp>
      <p:sp>
        <p:nvSpPr>
          <p:cNvPr id="10" name="Content Placeholder 9">
            <a:extLst>
              <a:ext uri="{FF2B5EF4-FFF2-40B4-BE49-F238E27FC236}">
                <a16:creationId xmlns:a16="http://schemas.microsoft.com/office/drawing/2014/main" id="{636EB602-83B2-B4EE-7805-FB94B7747666}"/>
              </a:ext>
            </a:extLst>
          </p:cNvPr>
          <p:cNvSpPr>
            <a:spLocks noGrp="1"/>
          </p:cNvSpPr>
          <p:nvPr>
            <p:ph sz="quarter" idx="14" hasCustomPrompt="1"/>
          </p:nvPr>
        </p:nvSpPr>
        <p:spPr>
          <a:xfrm>
            <a:off x="1562100" y="823913"/>
            <a:ext cx="7900416" cy="3614737"/>
          </a:xfrm>
        </p:spPr>
        <p:txBody>
          <a:bodyPr anchor="ctr">
            <a:normAutofit/>
          </a:bodyPr>
          <a:lstStyle>
            <a:lvl1pPr marL="182880" indent="-182880">
              <a:buNone/>
              <a:defRPr sz="4000">
                <a:solidFill>
                  <a:schemeClr val="tx2">
                    <a:alpha val="80000"/>
                  </a:schemeClr>
                </a:solidFill>
                <a:latin typeface="+mj-lt"/>
              </a:defRPr>
            </a:lvl1pPr>
          </a:lstStyle>
          <a:p>
            <a:pPr lvl="0"/>
            <a:r>
              <a:rPr lang="en-US"/>
              <a:t>Click to edit Quote</a:t>
            </a:r>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lvl1pPr>
              <a:defRPr>
                <a:solidFill>
                  <a:schemeClr val="tx2"/>
                </a:solidFill>
              </a:defRPr>
            </a:lvl1pPr>
          </a:lstStyle>
          <a:p>
            <a:fld id="{D49EA2AE-D036-4E26-95AB-9605EDE53986}" type="datetime1">
              <a:rPr lang="en-US" smtClean="0"/>
              <a:t>3/4/2026</a:t>
            </a:fld>
            <a:endParaRPr lang="en-US"/>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a:p>
        </p:txBody>
      </p:sp>
      <p:cxnSp>
        <p:nvCxnSpPr>
          <p:cNvPr id="7" name="Straight Connector 6">
            <a:extLst>
              <a:ext uri="{FF2B5EF4-FFF2-40B4-BE49-F238E27FC236}">
                <a16:creationId xmlns:a16="http://schemas.microsoft.com/office/drawing/2014/main" id="{207475CC-2E7D-619F-AFAD-0EB2BC1DFC40}"/>
              </a:ext>
            </a:extLst>
          </p:cNvPr>
          <p:cNvCxnSpPr>
            <a:cxnSpLocks/>
          </p:cNvCxnSpPr>
          <p:nvPr/>
        </p:nvCxnSpPr>
        <p:spPr>
          <a:xfrm flipH="1">
            <a:off x="0" y="5043721"/>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AD81F4D6-9057-EF87-48BE-0C6D4ADC8BC6}"/>
              </a:ext>
            </a:extLst>
          </p:cNvPr>
          <p:cNvCxnSpPr>
            <a:cxnSpLocks/>
          </p:cNvCxnSpPr>
          <p:nvPr/>
        </p:nvCxnSpPr>
        <p:spPr>
          <a:xfrm>
            <a:off x="10337077"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37916580"/>
      </p:ext>
    </p:extLst>
  </p:cSld>
  <p:clrMapOvr>
    <a:overrideClrMapping bg1="lt1" tx1="dk1" bg2="lt2" tx2="dk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Quote 3">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8407D4A-1244-6A47-327B-CDB05AF70268}"/>
              </a:ext>
            </a:extLst>
          </p:cNvPr>
          <p:cNvSpPr/>
          <p:nvPr/>
        </p:nvSpPr>
        <p:spPr>
          <a:xfrm>
            <a:off x="0" y="0"/>
            <a:ext cx="12192000" cy="6858000"/>
          </a:xfrm>
          <a:prstGeom prst="rect">
            <a:avLst/>
          </a:prstGeom>
          <a:solidFill>
            <a:schemeClr val="accent3">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1562100" y="5549186"/>
            <a:ext cx="7982709" cy="653184"/>
          </a:xfrm>
        </p:spPr>
        <p:txBody>
          <a:bodyPr anchor="ctr">
            <a:normAutofit/>
          </a:bodyPr>
          <a:lstStyle>
            <a:lvl1pPr>
              <a:lnSpc>
                <a:spcPct val="120000"/>
              </a:lnSpc>
              <a:defRPr sz="1800" b="1" cap="all" spc="100" baseline="0">
                <a:solidFill>
                  <a:schemeClr val="tx2"/>
                </a:solidFill>
                <a:latin typeface="+mn-lt"/>
              </a:defRPr>
            </a:lvl1pPr>
          </a:lstStyle>
          <a:p>
            <a:r>
              <a:rPr lang="en-US"/>
              <a:t>Quote Author</a:t>
            </a:r>
          </a:p>
        </p:txBody>
      </p:sp>
      <p:sp>
        <p:nvSpPr>
          <p:cNvPr id="10" name="Content Placeholder 9">
            <a:extLst>
              <a:ext uri="{FF2B5EF4-FFF2-40B4-BE49-F238E27FC236}">
                <a16:creationId xmlns:a16="http://schemas.microsoft.com/office/drawing/2014/main" id="{636EB602-83B2-B4EE-7805-FB94B7747666}"/>
              </a:ext>
            </a:extLst>
          </p:cNvPr>
          <p:cNvSpPr>
            <a:spLocks noGrp="1"/>
          </p:cNvSpPr>
          <p:nvPr>
            <p:ph sz="quarter" idx="14" hasCustomPrompt="1"/>
          </p:nvPr>
        </p:nvSpPr>
        <p:spPr>
          <a:xfrm>
            <a:off x="1562100" y="823913"/>
            <a:ext cx="7982712" cy="3614737"/>
          </a:xfrm>
        </p:spPr>
        <p:txBody>
          <a:bodyPr anchor="ctr">
            <a:normAutofit/>
          </a:bodyPr>
          <a:lstStyle>
            <a:lvl1pPr marL="182880" indent="-182880">
              <a:buNone/>
              <a:defRPr sz="3600">
                <a:solidFill>
                  <a:schemeClr val="tx2"/>
                </a:solidFill>
                <a:latin typeface="+mj-lt"/>
              </a:defRPr>
            </a:lvl1pPr>
          </a:lstStyle>
          <a:p>
            <a:pPr lvl="0"/>
            <a:r>
              <a:rPr lang="en-US"/>
              <a:t>Click to edit Quote</a:t>
            </a:r>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a:xfrm>
            <a:off x="640080" y="6445997"/>
            <a:ext cx="3949302" cy="365125"/>
          </a:xfrm>
        </p:spPr>
        <p:txBody>
          <a:bodyPr/>
          <a:lstStyle>
            <a:lvl1pPr>
              <a:defRPr>
                <a:solidFill>
                  <a:schemeClr val="tx2"/>
                </a:solidFill>
              </a:defRPr>
            </a:lvl1pPr>
          </a:lstStyle>
          <a:p>
            <a:r>
              <a:rPr lang="en-US"/>
              <a:t>Sample Footer Text</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lvl1pPr>
              <a:defRPr>
                <a:solidFill>
                  <a:schemeClr val="tx2"/>
                </a:solidFill>
              </a:defRPr>
            </a:lvl1pPr>
          </a:lstStyle>
          <a:p>
            <a:fld id="{2D99B03C-9B9E-4B25-B0F1-2ABF7EE05CC0}" type="datetime1">
              <a:rPr lang="en-US" smtClean="0"/>
              <a:t>3/4/2026</a:t>
            </a:fld>
            <a:endParaRPr lang="en-US"/>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a:p>
        </p:txBody>
      </p:sp>
      <p:cxnSp>
        <p:nvCxnSpPr>
          <p:cNvPr id="6" name="Straight Connector 5">
            <a:extLst>
              <a:ext uri="{FF2B5EF4-FFF2-40B4-BE49-F238E27FC236}">
                <a16:creationId xmlns:a16="http://schemas.microsoft.com/office/drawing/2014/main" id="{DBA83050-F737-4CAA-50C3-B1912F8DCD46}"/>
              </a:ext>
            </a:extLst>
          </p:cNvPr>
          <p:cNvCxnSpPr>
            <a:cxnSpLocks/>
          </p:cNvCxnSpPr>
          <p:nvPr/>
        </p:nvCxnSpPr>
        <p:spPr>
          <a:xfrm>
            <a:off x="457200"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BAC790E-B990-47FD-A7C4-38DEB7A38CA4}"/>
              </a:ext>
            </a:extLst>
          </p:cNvPr>
          <p:cNvCxnSpPr>
            <a:cxnSpLocks/>
          </p:cNvCxnSpPr>
          <p:nvPr/>
        </p:nvCxnSpPr>
        <p:spPr>
          <a:xfrm flipH="1">
            <a:off x="0" y="5043721"/>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82CD9DAA-71D0-AF79-A512-7D264779C222}"/>
              </a:ext>
            </a:extLst>
          </p:cNvPr>
          <p:cNvCxnSpPr>
            <a:cxnSpLocks/>
          </p:cNvCxnSpPr>
          <p:nvPr/>
        </p:nvCxnSpPr>
        <p:spPr>
          <a:xfrm>
            <a:off x="10337077"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32010584"/>
      </p:ext>
    </p:extLst>
  </p:cSld>
  <p:clrMapOvr>
    <a:overrideClrMapping bg1="lt1" tx1="dk1" bg2="lt2" tx2="dk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Quote 4">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B63E278-755B-41D3-7218-B797D9B5DF3C}"/>
              </a:ext>
            </a:extLst>
          </p:cNvPr>
          <p:cNvSpPr/>
          <p:nvPr/>
        </p:nvSpPr>
        <p:spPr>
          <a:xfrm>
            <a:off x="0" y="0"/>
            <a:ext cx="12192000" cy="6858000"/>
          </a:xfrm>
          <a:prstGeom prst="rect">
            <a:avLst/>
          </a:prstGeom>
          <a:solidFill>
            <a:schemeClr val="accent3">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475488" y="4893472"/>
            <a:ext cx="8019287" cy="1205575"/>
          </a:xfrm>
        </p:spPr>
        <p:txBody>
          <a:bodyPr anchor="t">
            <a:normAutofit/>
          </a:bodyPr>
          <a:lstStyle>
            <a:lvl1pPr>
              <a:lnSpc>
                <a:spcPct val="120000"/>
              </a:lnSpc>
              <a:defRPr sz="1800" b="1" cap="all" spc="100" baseline="0">
                <a:solidFill>
                  <a:schemeClr val="tx2"/>
                </a:solidFill>
                <a:latin typeface="+mn-lt"/>
              </a:defRPr>
            </a:lvl1pPr>
          </a:lstStyle>
          <a:p>
            <a:r>
              <a:rPr lang="en-US"/>
              <a:t>Quote Author</a:t>
            </a:r>
          </a:p>
        </p:txBody>
      </p:sp>
      <p:sp>
        <p:nvSpPr>
          <p:cNvPr id="10" name="Content Placeholder 9">
            <a:extLst>
              <a:ext uri="{FF2B5EF4-FFF2-40B4-BE49-F238E27FC236}">
                <a16:creationId xmlns:a16="http://schemas.microsoft.com/office/drawing/2014/main" id="{636EB602-83B2-B4EE-7805-FB94B7747666}"/>
              </a:ext>
            </a:extLst>
          </p:cNvPr>
          <p:cNvSpPr>
            <a:spLocks noGrp="1"/>
          </p:cNvSpPr>
          <p:nvPr>
            <p:ph sz="quarter" idx="14" hasCustomPrompt="1"/>
          </p:nvPr>
        </p:nvSpPr>
        <p:spPr>
          <a:xfrm>
            <a:off x="475488" y="594360"/>
            <a:ext cx="8019288" cy="3236976"/>
          </a:xfrm>
        </p:spPr>
        <p:txBody>
          <a:bodyPr anchor="b">
            <a:normAutofit/>
          </a:bodyPr>
          <a:lstStyle>
            <a:lvl1pPr marL="182880" indent="-182880">
              <a:buNone/>
              <a:defRPr sz="3600">
                <a:latin typeface="+mj-lt"/>
              </a:defRPr>
            </a:lvl1pPr>
          </a:lstStyle>
          <a:p>
            <a:pPr lvl="0"/>
            <a:r>
              <a:rPr lang="en-US"/>
              <a:t>Click to edit Quote</a:t>
            </a:r>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lvl1pPr>
              <a:defRPr>
                <a:solidFill>
                  <a:schemeClr val="tx2"/>
                </a:solidFill>
              </a:defRPr>
            </a:lvl1pPr>
          </a:lstStyle>
          <a:p>
            <a:fld id="{A1B6A855-EE76-45C6-B820-67541FFB5E07}" type="datetime1">
              <a:rPr lang="en-US" smtClean="0"/>
              <a:t>3/4/2026</a:t>
            </a:fld>
            <a:endParaRPr lang="en-US"/>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a:p>
        </p:txBody>
      </p:sp>
      <p:cxnSp>
        <p:nvCxnSpPr>
          <p:cNvPr id="7" name="Straight Connector 6">
            <a:extLst>
              <a:ext uri="{FF2B5EF4-FFF2-40B4-BE49-F238E27FC236}">
                <a16:creationId xmlns:a16="http://schemas.microsoft.com/office/drawing/2014/main" id="{8AA0B79A-2EB3-E6D5-B923-60D51965E7A7}"/>
              </a:ext>
            </a:extLst>
          </p:cNvPr>
          <p:cNvCxnSpPr>
            <a:cxnSpLocks/>
          </p:cNvCxnSpPr>
          <p:nvPr/>
        </p:nvCxnSpPr>
        <p:spPr>
          <a:xfrm flipH="1">
            <a:off x="0" y="4362404"/>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331507FC-FD8A-132E-6F82-1A96368D292F}"/>
              </a:ext>
            </a:extLst>
          </p:cNvPr>
          <p:cNvCxnSpPr>
            <a:cxnSpLocks/>
          </p:cNvCxnSpPr>
          <p:nvPr/>
        </p:nvCxnSpPr>
        <p:spPr>
          <a:xfrm>
            <a:off x="9037194"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78781640"/>
      </p:ext>
    </p:extLst>
  </p:cSld>
  <p:clrMapOvr>
    <a:overrideClrMapping bg1="lt1" tx1="dk1" bg2="lt2" tx2="dk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27BF6-CDFA-AAF4-F7FD-F4F8D06FF275}"/>
              </a:ext>
            </a:extLst>
          </p:cNvPr>
          <p:cNvSpPr>
            <a:spLocks noGrp="1"/>
          </p:cNvSpPr>
          <p:nvPr>
            <p:ph type="title"/>
          </p:nvPr>
        </p:nvSpPr>
        <p:spPr>
          <a:xfrm>
            <a:off x="457200" y="275309"/>
            <a:ext cx="11277600" cy="914400"/>
          </a:xfrm>
        </p:spPr>
        <p:txBody>
          <a:bodyPr anchor="ctr"/>
          <a:lstStyle>
            <a:lvl1pPr>
              <a:defRPr>
                <a:solidFill>
                  <a:schemeClr val="tx2"/>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6EAB1904-05A3-AF54-90B7-8B4E5E9BFC62}"/>
              </a:ext>
            </a:extLst>
          </p:cNvPr>
          <p:cNvSpPr>
            <a:spLocks noGrp="1"/>
          </p:cNvSpPr>
          <p:nvPr>
            <p:ph sz="quarter" idx="15"/>
          </p:nvPr>
        </p:nvSpPr>
        <p:spPr>
          <a:xfrm>
            <a:off x="455613" y="1677988"/>
            <a:ext cx="5181600" cy="44989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0D15555F-2C1E-04D7-CE37-D06ABFB5685F}"/>
              </a:ext>
            </a:extLst>
          </p:cNvPr>
          <p:cNvSpPr>
            <a:spLocks noGrp="1"/>
          </p:cNvSpPr>
          <p:nvPr>
            <p:ph sz="quarter" idx="16"/>
          </p:nvPr>
        </p:nvSpPr>
        <p:spPr>
          <a:xfrm>
            <a:off x="6553200" y="1677988"/>
            <a:ext cx="5180013" cy="44989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1B108197-F703-726D-4372-C7520052DC70}"/>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F85FAA39-5E1E-3A94-5A04-C36BA19E34ED}"/>
              </a:ext>
            </a:extLst>
          </p:cNvPr>
          <p:cNvSpPr>
            <a:spLocks noGrp="1"/>
          </p:cNvSpPr>
          <p:nvPr>
            <p:ph type="dt" sz="half" idx="10"/>
          </p:nvPr>
        </p:nvSpPr>
        <p:spPr/>
        <p:txBody>
          <a:bodyPr/>
          <a:lstStyle/>
          <a:p>
            <a:fld id="{B20F022F-161E-41B9-A1BC-CC85E43B1AF4}" type="datetime1">
              <a:rPr lang="en-US" smtClean="0"/>
              <a:t>3/4/2026</a:t>
            </a:fld>
            <a:endParaRPr lang="en-US"/>
          </a:p>
        </p:txBody>
      </p:sp>
      <p:sp>
        <p:nvSpPr>
          <p:cNvPr id="7" name="Slide Number Placeholder 6">
            <a:extLst>
              <a:ext uri="{FF2B5EF4-FFF2-40B4-BE49-F238E27FC236}">
                <a16:creationId xmlns:a16="http://schemas.microsoft.com/office/drawing/2014/main" id="{ACE80595-19B6-01B9-FCF5-F94B0C1BBAA2}"/>
              </a:ext>
            </a:extLst>
          </p:cNvPr>
          <p:cNvSpPr>
            <a:spLocks noGrp="1"/>
          </p:cNvSpPr>
          <p:nvPr>
            <p:ph type="sldNum" sz="quarter" idx="12"/>
          </p:nvPr>
        </p:nvSpPr>
        <p:spPr/>
        <p:txBody>
          <a:bodyPr/>
          <a:lstStyle/>
          <a:p>
            <a:fld id="{DDF60B60-82CA-4BB9-BA6E-A62FADF2374B}" type="slidenum">
              <a:rPr lang="en-US" smtClean="0"/>
              <a:t>‹#›</a:t>
            </a:fld>
            <a:endParaRPr lang="en-US"/>
          </a:p>
        </p:txBody>
      </p:sp>
      <p:cxnSp>
        <p:nvCxnSpPr>
          <p:cNvPr id="9" name="Straight Connector 8">
            <a:extLst>
              <a:ext uri="{FF2B5EF4-FFF2-40B4-BE49-F238E27FC236}">
                <a16:creationId xmlns:a16="http://schemas.microsoft.com/office/drawing/2014/main" id="{52C5098A-8A29-951C-ABCF-B4C329C3A94F}"/>
              </a:ext>
            </a:extLst>
          </p:cNvPr>
          <p:cNvCxnSpPr>
            <a:cxnSpLocks/>
          </p:cNvCxnSpPr>
          <p:nvPr/>
        </p:nvCxnSpPr>
        <p:spPr>
          <a:xfrm>
            <a:off x="6096000" y="1362719"/>
            <a:ext cx="0" cy="5490348"/>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754A1D01-2B46-73F0-8DC7-926AA95F7DFC}"/>
              </a:ext>
            </a:extLst>
          </p:cNvPr>
          <p:cNvCxnSpPr>
            <a:cxnSpLocks/>
          </p:cNvCxnSpPr>
          <p:nvPr/>
        </p:nvCxnSpPr>
        <p:spPr>
          <a:xfrm flipH="1">
            <a:off x="0" y="1362719"/>
            <a:ext cx="12200040" cy="0"/>
          </a:xfrm>
          <a:prstGeom prst="line">
            <a:avLst/>
          </a:prstGeom>
          <a:ln w="9525">
            <a:solidFill>
              <a:srgbClr val="616867">
                <a:alpha val="45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8923308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F27A1-B3E2-4312-9475-76586DB132FF}"/>
              </a:ext>
            </a:extLst>
          </p:cNvPr>
          <p:cNvSpPr>
            <a:spLocks noGrp="1"/>
          </p:cNvSpPr>
          <p:nvPr>
            <p:ph type="title"/>
          </p:nvPr>
        </p:nvSpPr>
        <p:spPr>
          <a:xfrm>
            <a:off x="457199" y="276838"/>
            <a:ext cx="11274552" cy="914400"/>
          </a:xfrm>
        </p:spPr>
        <p:txBody>
          <a:bodyPr vert="horz" lIns="91440" tIns="45720" rIns="91440" bIns="45720" rtlCol="0" anchor="ctr">
            <a:normAutofit/>
          </a:bodyPr>
          <a:lstStyle>
            <a:lvl1pPr>
              <a:defRPr lang="en-US" dirty="0"/>
            </a:lvl1pPr>
          </a:lstStyle>
          <a:p>
            <a:pPr lvl="0"/>
            <a:r>
              <a:rPr lang="en-US"/>
              <a:t>Click to edit Master title style</a:t>
            </a:r>
          </a:p>
        </p:txBody>
      </p:sp>
      <p:sp>
        <p:nvSpPr>
          <p:cNvPr id="3" name="Text Placeholder 2">
            <a:extLst>
              <a:ext uri="{FF2B5EF4-FFF2-40B4-BE49-F238E27FC236}">
                <a16:creationId xmlns:a16="http://schemas.microsoft.com/office/drawing/2014/main" id="{25FD6984-5D8F-6F35-3DC2-352D46E75874}"/>
              </a:ext>
            </a:extLst>
          </p:cNvPr>
          <p:cNvSpPr>
            <a:spLocks noGrp="1"/>
          </p:cNvSpPr>
          <p:nvPr>
            <p:ph type="body" idx="1"/>
          </p:nvPr>
        </p:nvSpPr>
        <p:spPr>
          <a:xfrm>
            <a:off x="457199" y="1475623"/>
            <a:ext cx="5184648" cy="676690"/>
          </a:xfrm>
        </p:spPr>
        <p:txBody>
          <a:bodyPr anchor="ctr">
            <a:normAutofit/>
          </a:bodyPr>
          <a:lstStyle>
            <a:lvl1pPr marL="0" indent="0">
              <a:buNone/>
              <a:defRPr sz="1800" b="0" cap="all" spc="16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9CD5136-48A0-D788-8CE2-627309A00EC8}"/>
              </a:ext>
            </a:extLst>
          </p:cNvPr>
          <p:cNvSpPr>
            <a:spLocks noGrp="1"/>
          </p:cNvSpPr>
          <p:nvPr>
            <p:ph sz="quarter" idx="15"/>
          </p:nvPr>
        </p:nvSpPr>
        <p:spPr>
          <a:xfrm>
            <a:off x="457200" y="2522538"/>
            <a:ext cx="5178425" cy="38068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807CEA6-7FDB-2A72-485B-D38A79C1826D}"/>
              </a:ext>
            </a:extLst>
          </p:cNvPr>
          <p:cNvSpPr>
            <a:spLocks noGrp="1"/>
          </p:cNvSpPr>
          <p:nvPr>
            <p:ph type="body" sz="quarter" idx="3"/>
          </p:nvPr>
        </p:nvSpPr>
        <p:spPr>
          <a:xfrm>
            <a:off x="6556248" y="1475622"/>
            <a:ext cx="5184648" cy="676690"/>
          </a:xfrm>
        </p:spPr>
        <p:txBody>
          <a:bodyPr anchor="ctr">
            <a:normAutofit/>
          </a:bodyPr>
          <a:lstStyle>
            <a:lvl1pPr marL="0" indent="0">
              <a:buNone/>
              <a:defRPr sz="1800" b="0" cap="all" spc="16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4" name="Content Placeholder 13">
            <a:extLst>
              <a:ext uri="{FF2B5EF4-FFF2-40B4-BE49-F238E27FC236}">
                <a16:creationId xmlns:a16="http://schemas.microsoft.com/office/drawing/2014/main" id="{FC4D723F-4492-3B3B-CE74-0959714EEB14}"/>
              </a:ext>
            </a:extLst>
          </p:cNvPr>
          <p:cNvSpPr>
            <a:spLocks noGrp="1"/>
          </p:cNvSpPr>
          <p:nvPr>
            <p:ph sz="quarter" idx="16"/>
          </p:nvPr>
        </p:nvSpPr>
        <p:spPr>
          <a:xfrm>
            <a:off x="6556375" y="2522538"/>
            <a:ext cx="5175249" cy="38068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10">
            <a:extLst>
              <a:ext uri="{FF2B5EF4-FFF2-40B4-BE49-F238E27FC236}">
                <a16:creationId xmlns:a16="http://schemas.microsoft.com/office/drawing/2014/main" id="{3FA108E0-63AE-4B5C-404F-AD0FEC4AB8B8}"/>
              </a:ext>
            </a:extLst>
          </p:cNvPr>
          <p:cNvSpPr>
            <a:spLocks noGrp="1"/>
          </p:cNvSpPr>
          <p:nvPr>
            <p:ph type="ftr" sz="quarter" idx="11"/>
          </p:nvPr>
        </p:nvSpPr>
        <p:spPr/>
        <p:txBody>
          <a:bodyPr/>
          <a:lstStyle/>
          <a:p>
            <a:r>
              <a:rPr lang="en-US"/>
              <a:t>Sample Footer Text</a:t>
            </a:r>
          </a:p>
        </p:txBody>
      </p:sp>
      <p:sp>
        <p:nvSpPr>
          <p:cNvPr id="10" name="Date Placeholder 9">
            <a:extLst>
              <a:ext uri="{FF2B5EF4-FFF2-40B4-BE49-F238E27FC236}">
                <a16:creationId xmlns:a16="http://schemas.microsoft.com/office/drawing/2014/main" id="{42E2EB77-3CF8-CDC9-D0D4-1AC07FC535D4}"/>
              </a:ext>
            </a:extLst>
          </p:cNvPr>
          <p:cNvSpPr>
            <a:spLocks noGrp="1"/>
          </p:cNvSpPr>
          <p:nvPr>
            <p:ph type="dt" sz="half" idx="10"/>
          </p:nvPr>
        </p:nvSpPr>
        <p:spPr/>
        <p:txBody>
          <a:bodyPr/>
          <a:lstStyle/>
          <a:p>
            <a:fld id="{6BC8F49A-9797-4EFB-8F78-023201B418DD}" type="datetime1">
              <a:rPr lang="en-US" smtClean="0"/>
              <a:t>3/4/2026</a:t>
            </a:fld>
            <a:endParaRPr lang="en-US"/>
          </a:p>
        </p:txBody>
      </p:sp>
      <p:sp>
        <p:nvSpPr>
          <p:cNvPr id="15" name="Slide Number Placeholder 14">
            <a:extLst>
              <a:ext uri="{FF2B5EF4-FFF2-40B4-BE49-F238E27FC236}">
                <a16:creationId xmlns:a16="http://schemas.microsoft.com/office/drawing/2014/main" id="{6918C09E-FCA3-F1F6-7408-40D98FCEA9FD}"/>
              </a:ext>
            </a:extLst>
          </p:cNvPr>
          <p:cNvSpPr>
            <a:spLocks noGrp="1"/>
          </p:cNvSpPr>
          <p:nvPr>
            <p:ph type="sldNum" sz="quarter" idx="12"/>
          </p:nvPr>
        </p:nvSpPr>
        <p:spPr/>
        <p:txBody>
          <a:bodyPr/>
          <a:lstStyle/>
          <a:p>
            <a:fld id="{DDF60B60-82CA-4BB9-BA6E-A62FADF2374B}" type="slidenum">
              <a:rPr lang="en-US" smtClean="0"/>
              <a:t>‹#›</a:t>
            </a:fld>
            <a:endParaRPr lang="en-US"/>
          </a:p>
        </p:txBody>
      </p:sp>
      <p:cxnSp>
        <p:nvCxnSpPr>
          <p:cNvPr id="7" name="Straight Connector 6">
            <a:extLst>
              <a:ext uri="{FF2B5EF4-FFF2-40B4-BE49-F238E27FC236}">
                <a16:creationId xmlns:a16="http://schemas.microsoft.com/office/drawing/2014/main" id="{354F547E-1AC1-2FFD-3E17-DC3F25B07823}"/>
              </a:ext>
            </a:extLst>
          </p:cNvPr>
          <p:cNvCxnSpPr>
            <a:cxnSpLocks/>
          </p:cNvCxnSpPr>
          <p:nvPr/>
        </p:nvCxnSpPr>
        <p:spPr>
          <a:xfrm>
            <a:off x="6096000" y="1362719"/>
            <a:ext cx="0" cy="5490348"/>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8695E25D-D4B1-2002-F8AB-8B987C1683D9}"/>
              </a:ext>
            </a:extLst>
          </p:cNvPr>
          <p:cNvCxnSpPr>
            <a:cxnSpLocks/>
          </p:cNvCxnSpPr>
          <p:nvPr/>
        </p:nvCxnSpPr>
        <p:spPr>
          <a:xfrm flipH="1">
            <a:off x="0" y="2268129"/>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8335EA16-C700-BA75-F075-2E4BC3EAFBE2}"/>
              </a:ext>
            </a:extLst>
          </p:cNvPr>
          <p:cNvCxnSpPr>
            <a:cxnSpLocks/>
          </p:cNvCxnSpPr>
          <p:nvPr/>
        </p:nvCxnSpPr>
        <p:spPr>
          <a:xfrm flipH="1">
            <a:off x="0" y="1362719"/>
            <a:ext cx="12200040" cy="0"/>
          </a:xfrm>
          <a:prstGeom prst="line">
            <a:avLst/>
          </a:prstGeom>
          <a:ln w="9525">
            <a:solidFill>
              <a:srgbClr val="616867">
                <a:alpha val="45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6981542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4552C1-DD73-A90F-46E0-33A4D558013C}"/>
              </a:ext>
            </a:extLst>
          </p:cNvPr>
          <p:cNvSpPr>
            <a:spLocks noGrp="1"/>
          </p:cNvSpPr>
          <p:nvPr>
            <p:ph type="title"/>
          </p:nvPr>
        </p:nvSpPr>
        <p:spPr/>
        <p:txBody>
          <a:bodyPr/>
          <a:lstStyle/>
          <a:p>
            <a:r>
              <a:rPr lang="en-US"/>
              <a:t>Click to edit Master title style</a:t>
            </a:r>
          </a:p>
        </p:txBody>
      </p:sp>
      <p:sp>
        <p:nvSpPr>
          <p:cNvPr id="4" name="Footer Placeholder 3">
            <a:extLst>
              <a:ext uri="{FF2B5EF4-FFF2-40B4-BE49-F238E27FC236}">
                <a16:creationId xmlns:a16="http://schemas.microsoft.com/office/drawing/2014/main" id="{238F8C10-87B8-01D2-2FEE-DAC41B9CF7CE}"/>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6225E57E-7F73-3825-2158-80859BAD43A4}"/>
              </a:ext>
            </a:extLst>
          </p:cNvPr>
          <p:cNvSpPr>
            <a:spLocks noGrp="1"/>
          </p:cNvSpPr>
          <p:nvPr>
            <p:ph type="dt" sz="half" idx="10"/>
          </p:nvPr>
        </p:nvSpPr>
        <p:spPr/>
        <p:txBody>
          <a:bodyPr/>
          <a:lstStyle/>
          <a:p>
            <a:fld id="{F1E57D35-FD3E-408B-A06E-7ED09E94C083}" type="datetime1">
              <a:rPr lang="en-US" smtClean="0"/>
              <a:t>3/4/2026</a:t>
            </a:fld>
            <a:endParaRPr lang="en-US"/>
          </a:p>
        </p:txBody>
      </p:sp>
      <p:sp>
        <p:nvSpPr>
          <p:cNvPr id="5" name="Slide Number Placeholder 4">
            <a:extLst>
              <a:ext uri="{FF2B5EF4-FFF2-40B4-BE49-F238E27FC236}">
                <a16:creationId xmlns:a16="http://schemas.microsoft.com/office/drawing/2014/main" id="{27A634BF-792D-AC8C-B0E0-492263401E1B}"/>
              </a:ext>
            </a:extLst>
          </p:cNvPr>
          <p:cNvSpPr>
            <a:spLocks noGrp="1"/>
          </p:cNvSpPr>
          <p:nvPr>
            <p:ph type="sldNum" sz="quarter" idx="12"/>
          </p:nvPr>
        </p:nvSpPr>
        <p:spPr/>
        <p:txBody>
          <a:bodyPr/>
          <a:lstStyle/>
          <a:p>
            <a:fld id="{DDF60B60-82CA-4BB9-BA6E-A62FADF2374B}" type="slidenum">
              <a:rPr lang="en-US" smtClean="0"/>
              <a:t>‹#›</a:t>
            </a:fld>
            <a:endParaRPr lang="en-US"/>
          </a:p>
        </p:txBody>
      </p:sp>
    </p:spTree>
    <p:extLst>
      <p:ext uri="{BB962C8B-B14F-4D97-AF65-F5344CB8AC3E}">
        <p14:creationId xmlns:p14="http://schemas.microsoft.com/office/powerpoint/2010/main" val="264537658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3151370D-0A93-44DD-E049-EF3265B73F77}"/>
              </a:ext>
            </a:extLst>
          </p:cNvPr>
          <p:cNvSpPr>
            <a:spLocks noGrp="1"/>
          </p:cNvSpPr>
          <p:nvPr>
            <p:ph type="ftr" sz="quarter" idx="11"/>
          </p:nvPr>
        </p:nvSpPr>
        <p:spPr/>
        <p:txBody>
          <a:bodyPr/>
          <a:lstStyle/>
          <a:p>
            <a:r>
              <a:rPr lang="en-US"/>
              <a:t>Sample Footer Text</a:t>
            </a:r>
          </a:p>
        </p:txBody>
      </p:sp>
      <p:sp>
        <p:nvSpPr>
          <p:cNvPr id="2" name="Date Placeholder 1">
            <a:extLst>
              <a:ext uri="{FF2B5EF4-FFF2-40B4-BE49-F238E27FC236}">
                <a16:creationId xmlns:a16="http://schemas.microsoft.com/office/drawing/2014/main" id="{B6FF00A2-5853-30A7-62F5-7C7CB5A22191}"/>
              </a:ext>
            </a:extLst>
          </p:cNvPr>
          <p:cNvSpPr>
            <a:spLocks noGrp="1"/>
          </p:cNvSpPr>
          <p:nvPr>
            <p:ph type="dt" sz="half" idx="10"/>
          </p:nvPr>
        </p:nvSpPr>
        <p:spPr/>
        <p:txBody>
          <a:bodyPr/>
          <a:lstStyle/>
          <a:p>
            <a:fld id="{8334BC47-E75B-4512-AE58-14F5144E068D}" type="datetime1">
              <a:rPr lang="en-US" smtClean="0"/>
              <a:t>3/4/2026</a:t>
            </a:fld>
            <a:endParaRPr lang="en-US"/>
          </a:p>
        </p:txBody>
      </p:sp>
      <p:sp>
        <p:nvSpPr>
          <p:cNvPr id="4" name="Slide Number Placeholder 3">
            <a:extLst>
              <a:ext uri="{FF2B5EF4-FFF2-40B4-BE49-F238E27FC236}">
                <a16:creationId xmlns:a16="http://schemas.microsoft.com/office/drawing/2014/main" id="{ED3E97DA-A7DF-E3FF-8937-F6A36D17F59B}"/>
              </a:ext>
            </a:extLst>
          </p:cNvPr>
          <p:cNvSpPr>
            <a:spLocks noGrp="1"/>
          </p:cNvSpPr>
          <p:nvPr>
            <p:ph type="sldNum" sz="quarter" idx="12"/>
          </p:nvPr>
        </p:nvSpPr>
        <p:spPr/>
        <p:txBody>
          <a:bodyPr/>
          <a:lstStyle/>
          <a:p>
            <a:fld id="{DDF60B60-82CA-4BB9-BA6E-A62FADF2374B}" type="slidenum">
              <a:rPr lang="en-US" smtClean="0"/>
              <a:t>‹#›</a:t>
            </a:fld>
            <a:endParaRPr lang="en-US"/>
          </a:p>
        </p:txBody>
      </p:sp>
    </p:spTree>
    <p:extLst>
      <p:ext uri="{BB962C8B-B14F-4D97-AF65-F5344CB8AC3E}">
        <p14:creationId xmlns:p14="http://schemas.microsoft.com/office/powerpoint/2010/main" val="81608350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07B5AB-0FA3-E8AE-A6A1-C03EE2DDAC1C}"/>
              </a:ext>
            </a:extLst>
          </p:cNvPr>
          <p:cNvSpPr>
            <a:spLocks noGrp="1"/>
          </p:cNvSpPr>
          <p:nvPr>
            <p:ph type="title"/>
          </p:nvPr>
        </p:nvSpPr>
        <p:spPr>
          <a:xfrm>
            <a:off x="457200" y="457200"/>
            <a:ext cx="3840480" cy="1600200"/>
          </a:xfrm>
        </p:spPr>
        <p:txBody>
          <a:bodyPr anchor="t"/>
          <a:lstStyle>
            <a:lvl1pPr>
              <a:defRPr sz="3200"/>
            </a:lvl1pPr>
          </a:lstStyle>
          <a:p>
            <a:r>
              <a:rPr lang="en-US"/>
              <a:t>Click to edit Master title style</a:t>
            </a:r>
          </a:p>
        </p:txBody>
      </p:sp>
      <p:sp>
        <p:nvSpPr>
          <p:cNvPr id="4" name="Text Placeholder 3">
            <a:extLst>
              <a:ext uri="{FF2B5EF4-FFF2-40B4-BE49-F238E27FC236}">
                <a16:creationId xmlns:a16="http://schemas.microsoft.com/office/drawing/2014/main" id="{407D3D71-61A7-7BE9-20ED-B5AF76B017E2}"/>
              </a:ext>
            </a:extLst>
          </p:cNvPr>
          <p:cNvSpPr>
            <a:spLocks noGrp="1"/>
          </p:cNvSpPr>
          <p:nvPr>
            <p:ph type="body" sz="half" idx="2"/>
          </p:nvPr>
        </p:nvSpPr>
        <p:spPr>
          <a:xfrm>
            <a:off x="457200" y="2057400"/>
            <a:ext cx="3840480" cy="397925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94D1ED4A-75CE-22B6-973F-969688C90EC1}"/>
              </a:ext>
            </a:extLst>
          </p:cNvPr>
          <p:cNvSpPr>
            <a:spLocks noGrp="1"/>
          </p:cNvSpPr>
          <p:nvPr>
            <p:ph idx="1"/>
          </p:nvPr>
        </p:nvSpPr>
        <p:spPr>
          <a:xfrm>
            <a:off x="5183187" y="457201"/>
            <a:ext cx="6551601" cy="5579457"/>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ABDB4269-D6C6-3706-6E34-9B96440E4C79}"/>
              </a:ext>
            </a:extLst>
          </p:cNvPr>
          <p:cNvSpPr>
            <a:spLocks noGrp="1"/>
          </p:cNvSpPr>
          <p:nvPr>
            <p:ph type="ftr" sz="quarter" idx="11"/>
          </p:nvPr>
        </p:nvSpPr>
        <p:spPr>
          <a:xfrm>
            <a:off x="457200" y="6445997"/>
            <a:ext cx="3949302" cy="365125"/>
          </a:xfrm>
        </p:spPr>
        <p:txBody>
          <a:bodyPr/>
          <a:lstStyle/>
          <a:p>
            <a:r>
              <a:rPr lang="en-US"/>
              <a:t>Sample Footer Text</a:t>
            </a:r>
          </a:p>
        </p:txBody>
      </p:sp>
      <p:sp>
        <p:nvSpPr>
          <p:cNvPr id="5" name="Date Placeholder 4">
            <a:extLst>
              <a:ext uri="{FF2B5EF4-FFF2-40B4-BE49-F238E27FC236}">
                <a16:creationId xmlns:a16="http://schemas.microsoft.com/office/drawing/2014/main" id="{8525825D-6882-CF7E-DED2-796EB50E5624}"/>
              </a:ext>
            </a:extLst>
          </p:cNvPr>
          <p:cNvSpPr>
            <a:spLocks noGrp="1"/>
          </p:cNvSpPr>
          <p:nvPr>
            <p:ph type="dt" sz="half" idx="10"/>
          </p:nvPr>
        </p:nvSpPr>
        <p:spPr/>
        <p:txBody>
          <a:bodyPr/>
          <a:lstStyle/>
          <a:p>
            <a:fld id="{63E7E953-C3C8-4A4B-8817-BB1E8DE8DAD2}" type="datetime1">
              <a:rPr lang="en-US" smtClean="0"/>
              <a:t>3/4/2026</a:t>
            </a:fld>
            <a:endParaRPr lang="en-US"/>
          </a:p>
        </p:txBody>
      </p:sp>
      <p:sp>
        <p:nvSpPr>
          <p:cNvPr id="7" name="Slide Number Placeholder 6">
            <a:extLst>
              <a:ext uri="{FF2B5EF4-FFF2-40B4-BE49-F238E27FC236}">
                <a16:creationId xmlns:a16="http://schemas.microsoft.com/office/drawing/2014/main" id="{9E661EE4-2972-F8D1-E2C0-577A67DEC944}"/>
              </a:ext>
            </a:extLst>
          </p:cNvPr>
          <p:cNvSpPr>
            <a:spLocks noGrp="1"/>
          </p:cNvSpPr>
          <p:nvPr>
            <p:ph type="sldNum" sz="quarter" idx="12"/>
          </p:nvPr>
        </p:nvSpPr>
        <p:spPr/>
        <p:txBody>
          <a:bodyPr/>
          <a:lstStyle/>
          <a:p>
            <a:fld id="{DDF60B60-82CA-4BB9-BA6E-A62FADF2374B}" type="slidenum">
              <a:rPr lang="en-US" smtClean="0"/>
              <a:t>‹#›</a:t>
            </a:fld>
            <a:endParaRPr lang="en-US"/>
          </a:p>
        </p:txBody>
      </p:sp>
      <p:cxnSp>
        <p:nvCxnSpPr>
          <p:cNvPr id="8" name="Straight Connector 7">
            <a:extLst>
              <a:ext uri="{FF2B5EF4-FFF2-40B4-BE49-F238E27FC236}">
                <a16:creationId xmlns:a16="http://schemas.microsoft.com/office/drawing/2014/main" id="{1A5F8204-04DE-BDF1-25A8-C8850EC04A7C}"/>
              </a:ext>
            </a:extLst>
          </p:cNvPr>
          <p:cNvCxnSpPr>
            <a:cxnSpLocks/>
          </p:cNvCxnSpPr>
          <p:nvPr/>
        </p:nvCxnSpPr>
        <p:spPr>
          <a:xfrm>
            <a:off x="4643464"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EC0CCA0B-4B85-D092-C9D6-7644345E4BFB}"/>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8916428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064BF-25B8-DF5F-78A5-EF299DBC0FE5}"/>
              </a:ext>
            </a:extLst>
          </p:cNvPr>
          <p:cNvSpPr>
            <a:spLocks noGrp="1"/>
          </p:cNvSpPr>
          <p:nvPr>
            <p:ph type="title"/>
          </p:nvPr>
        </p:nvSpPr>
        <p:spPr>
          <a:xfrm>
            <a:off x="457200" y="457200"/>
            <a:ext cx="3840480" cy="1600200"/>
          </a:xfrm>
        </p:spPr>
        <p:txBody>
          <a:bodyPr anchor="t"/>
          <a:lstStyle>
            <a:lvl1pPr>
              <a:defRPr sz="3200"/>
            </a:lvl1pPr>
          </a:lstStyle>
          <a:p>
            <a:r>
              <a:rPr lang="en-US"/>
              <a:t>Click to edit Master title style</a:t>
            </a:r>
          </a:p>
        </p:txBody>
      </p:sp>
      <p:sp>
        <p:nvSpPr>
          <p:cNvPr id="4" name="Text Placeholder 3">
            <a:extLst>
              <a:ext uri="{FF2B5EF4-FFF2-40B4-BE49-F238E27FC236}">
                <a16:creationId xmlns:a16="http://schemas.microsoft.com/office/drawing/2014/main" id="{3EB6BD76-5832-C2AF-7743-B7CB3A9FD207}"/>
              </a:ext>
            </a:extLst>
          </p:cNvPr>
          <p:cNvSpPr>
            <a:spLocks noGrp="1"/>
          </p:cNvSpPr>
          <p:nvPr>
            <p:ph type="body" sz="half" idx="2"/>
          </p:nvPr>
        </p:nvSpPr>
        <p:spPr>
          <a:xfrm>
            <a:off x="457200" y="2073584"/>
            <a:ext cx="3840480" cy="3880736"/>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3F01BD91-BD6E-DEBA-3699-22D6D0CCE7F1}"/>
              </a:ext>
            </a:extLst>
          </p:cNvPr>
          <p:cNvSpPr>
            <a:spLocks noGrp="1"/>
          </p:cNvSpPr>
          <p:nvPr>
            <p:ph type="pic" idx="1" hasCustomPrompt="1"/>
          </p:nvPr>
        </p:nvSpPr>
        <p:spPr>
          <a:xfrm>
            <a:off x="5183188" y="542165"/>
            <a:ext cx="6466646" cy="5313731"/>
          </a:xfrm>
          <a:blipFill dpi="0" rotWithShape="1">
            <a:blip r:embed="rId2">
              <a:alphaModFix amt="80000"/>
            </a:blip>
            <a:srcRect/>
            <a:stretch>
              <a:fillRect/>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 </a:t>
            </a:r>
          </a:p>
        </p:txBody>
      </p:sp>
      <p:sp>
        <p:nvSpPr>
          <p:cNvPr id="6" name="Footer Placeholder 5">
            <a:extLst>
              <a:ext uri="{FF2B5EF4-FFF2-40B4-BE49-F238E27FC236}">
                <a16:creationId xmlns:a16="http://schemas.microsoft.com/office/drawing/2014/main" id="{5BC7AD9D-75CD-C3FA-F88F-4D8A87B72273}"/>
              </a:ext>
            </a:extLst>
          </p:cNvPr>
          <p:cNvSpPr>
            <a:spLocks noGrp="1"/>
          </p:cNvSpPr>
          <p:nvPr>
            <p:ph type="ftr" sz="quarter" idx="11"/>
          </p:nvPr>
        </p:nvSpPr>
        <p:spPr>
          <a:xfrm>
            <a:off x="457200" y="6445997"/>
            <a:ext cx="3949302" cy="365125"/>
          </a:xfrm>
        </p:spPr>
        <p:txBody>
          <a:bodyPr/>
          <a:lstStyle/>
          <a:p>
            <a:r>
              <a:rPr lang="en-US"/>
              <a:t>Sample Footer Text</a:t>
            </a:r>
          </a:p>
        </p:txBody>
      </p:sp>
      <p:sp>
        <p:nvSpPr>
          <p:cNvPr id="5" name="Date Placeholder 4">
            <a:extLst>
              <a:ext uri="{FF2B5EF4-FFF2-40B4-BE49-F238E27FC236}">
                <a16:creationId xmlns:a16="http://schemas.microsoft.com/office/drawing/2014/main" id="{F47D41FD-57A5-7CC9-58D3-3ACA20265E6C}"/>
              </a:ext>
            </a:extLst>
          </p:cNvPr>
          <p:cNvSpPr>
            <a:spLocks noGrp="1"/>
          </p:cNvSpPr>
          <p:nvPr>
            <p:ph type="dt" sz="half" idx="10"/>
          </p:nvPr>
        </p:nvSpPr>
        <p:spPr/>
        <p:txBody>
          <a:bodyPr/>
          <a:lstStyle/>
          <a:p>
            <a:fld id="{CF4969BF-940B-4FBC-8397-235C5A271474}" type="datetime1">
              <a:rPr lang="en-US" smtClean="0"/>
              <a:t>3/4/2026</a:t>
            </a:fld>
            <a:endParaRPr lang="en-US"/>
          </a:p>
        </p:txBody>
      </p:sp>
      <p:sp>
        <p:nvSpPr>
          <p:cNvPr id="7" name="Slide Number Placeholder 6">
            <a:extLst>
              <a:ext uri="{FF2B5EF4-FFF2-40B4-BE49-F238E27FC236}">
                <a16:creationId xmlns:a16="http://schemas.microsoft.com/office/drawing/2014/main" id="{6EACC530-F0C1-526A-3F3A-EA8A7A29A70E}"/>
              </a:ext>
            </a:extLst>
          </p:cNvPr>
          <p:cNvSpPr>
            <a:spLocks noGrp="1"/>
          </p:cNvSpPr>
          <p:nvPr>
            <p:ph type="sldNum" sz="quarter" idx="12"/>
          </p:nvPr>
        </p:nvSpPr>
        <p:spPr/>
        <p:txBody>
          <a:bodyPr/>
          <a:lstStyle/>
          <a:p>
            <a:fld id="{DDF60B60-82CA-4BB9-BA6E-A62FADF2374B}" type="slidenum">
              <a:rPr lang="en-US" smtClean="0"/>
              <a:t>‹#›</a:t>
            </a:fld>
            <a:endParaRPr lang="en-US"/>
          </a:p>
        </p:txBody>
      </p:sp>
      <p:cxnSp>
        <p:nvCxnSpPr>
          <p:cNvPr id="9" name="Straight Connector 8">
            <a:extLst>
              <a:ext uri="{FF2B5EF4-FFF2-40B4-BE49-F238E27FC236}">
                <a16:creationId xmlns:a16="http://schemas.microsoft.com/office/drawing/2014/main" id="{09332F2A-AF1E-7A2E-F872-24CEC59A2C2B}"/>
              </a:ext>
            </a:extLst>
          </p:cNvPr>
          <p:cNvCxnSpPr>
            <a:cxnSpLocks/>
          </p:cNvCxnSpPr>
          <p:nvPr/>
        </p:nvCxnSpPr>
        <p:spPr>
          <a:xfrm>
            <a:off x="4643464"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3041477D-FCE4-BE8D-ED72-1A4C8D664981}"/>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2340956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319627-2791-E32D-91B0-857B27F822FB}"/>
              </a:ext>
            </a:extLst>
          </p:cNvPr>
          <p:cNvSpPr/>
          <p:nvPr/>
        </p:nvSpPr>
        <p:spPr>
          <a:xfrm>
            <a:off x="0" y="0"/>
            <a:ext cx="12192000" cy="6858000"/>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0" y="1034473"/>
            <a:ext cx="11122508" cy="1993399"/>
          </a:xfrm>
        </p:spPr>
        <p:txBody>
          <a:bodyPr anchor="b">
            <a:normAutofit/>
          </a:bodyPr>
          <a:lstStyle>
            <a:lvl1pPr>
              <a:defRPr sz="6000" cap="all" baseline="0">
                <a:solidFill>
                  <a:schemeClr val="accent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457199" y="3528206"/>
            <a:ext cx="11122509" cy="2754253"/>
          </a:xfrm>
        </p:spPr>
        <p:txBody>
          <a:bodyPr vert="horz" lIns="91440" tIns="45720" rIns="91440" bIns="45720" rtlCol="0">
            <a:normAutofit/>
          </a:bodyPr>
          <a:lstStyle>
            <a:lvl1pPr marL="0" indent="0">
              <a:buNone/>
              <a:defRPr lang="en-US" dirty="0">
                <a:solidFill>
                  <a:schemeClr val="tx2"/>
                </a:solidFill>
              </a:defRPr>
            </a:lvl1pPr>
            <a:lvl2pPr marL="228600" indent="0">
              <a:buNone/>
              <a:defRPr lang="en-US" dirty="0">
                <a:solidFill>
                  <a:schemeClr val="tx2"/>
                </a:solidFill>
              </a:defRPr>
            </a:lvl2pPr>
            <a:lvl3pPr marL="457200" indent="0">
              <a:buNone/>
              <a:defRPr lang="en-US" dirty="0">
                <a:solidFill>
                  <a:schemeClr val="tx2"/>
                </a:solidFill>
              </a:defRPr>
            </a:lvl3pPr>
            <a:lvl4pPr marL="685800" indent="0">
              <a:buNone/>
              <a:defRPr lang="en-US" dirty="0">
                <a:solidFill>
                  <a:schemeClr val="tx2"/>
                </a:solidFill>
              </a:defRPr>
            </a:lvl4pPr>
            <a:lvl5pPr marL="914400" indent="0">
              <a:buNone/>
              <a:defRPr lang="en-US" dirty="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57200" y="6445997"/>
            <a:ext cx="3949302" cy="365125"/>
          </a:xfrm>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2"/>
                </a:solidFill>
              </a:defRPr>
            </a:lvl1pPr>
          </a:lstStyle>
          <a:p>
            <a:fld id="{1DBA68D7-9D7C-42B8-BD6B-A4B9C6BE522F}" type="datetime1">
              <a:rPr lang="en-US" smtClean="0"/>
              <a:t>3/4/2026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a:p>
        </p:txBody>
      </p:sp>
      <p:cxnSp>
        <p:nvCxnSpPr>
          <p:cNvPr id="11" name="Straight Connector 10">
            <a:extLst>
              <a:ext uri="{FF2B5EF4-FFF2-40B4-BE49-F238E27FC236}">
                <a16:creationId xmlns:a16="http://schemas.microsoft.com/office/drawing/2014/main" id="{E2128EF9-7F8A-2F1B-41F7-2CA02A35CCA7}"/>
              </a:ext>
            </a:extLst>
          </p:cNvPr>
          <p:cNvCxnSpPr>
            <a:cxnSpLocks/>
          </p:cNvCxnSpPr>
          <p:nvPr/>
        </p:nvCxnSpPr>
        <p:spPr>
          <a:xfrm flipH="1">
            <a:off x="0" y="3191402"/>
            <a:ext cx="12192000" cy="0"/>
          </a:xfrm>
          <a:prstGeom prst="line">
            <a:avLst/>
          </a:prstGeom>
          <a:ln w="12700">
            <a:solidFill>
              <a:schemeClr val="tx1">
                <a:lumMod val="75000"/>
                <a:lumOff val="25000"/>
                <a:alpha val="3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61477608"/>
      </p:ext>
    </p:extLst>
  </p:cSld>
  <p:clrMapOvr>
    <a:overrideClrMapping bg1="lt1" tx1="dk1" bg2="lt2" tx2="dk2" accent1="accent1" accent2="accent2" accent3="accent3" accent4="accent4" accent5="accent5" accent6="accent6" hlink="hlink" folHlink="folHlink"/>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cSld name="Conclusion 2">
    <p:bg>
      <p:bgRef idx="1001">
        <a:schemeClr val="bg2"/>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7CD7571-736E-B4CB-34E0-C8B31B5A98C2}"/>
              </a:ext>
            </a:extLst>
          </p:cNvPr>
          <p:cNvSpPr/>
          <p:nvPr/>
        </p:nvSpPr>
        <p:spPr>
          <a:xfrm>
            <a:off x="0" y="0"/>
            <a:ext cx="12192000" cy="6858000"/>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0" y="1034473"/>
            <a:ext cx="6768193" cy="1993399"/>
          </a:xfrm>
        </p:spPr>
        <p:txBody>
          <a:bodyPr anchor="b">
            <a:normAutofit/>
          </a:bodyPr>
          <a:lstStyle>
            <a:lvl1pPr>
              <a:defRPr sz="6000" cap="all" baseline="0">
                <a:solidFill>
                  <a:schemeClr val="accent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457200" y="3528206"/>
            <a:ext cx="6768193" cy="1794899"/>
          </a:xfrm>
        </p:spPr>
        <p:txBody>
          <a:bodyPr vert="horz" lIns="91440" tIns="45720" rIns="91440" bIns="45720" rtlCol="0">
            <a:normAutofit/>
          </a:bodyPr>
          <a:lstStyle>
            <a:lvl1pPr marL="0" indent="0">
              <a:buNone/>
              <a:defRPr lang="en-US" dirty="0">
                <a:solidFill>
                  <a:schemeClr val="tx2"/>
                </a:solidFill>
              </a:defRPr>
            </a:lvl1pPr>
            <a:lvl2pPr marL="228600" indent="0">
              <a:buNone/>
              <a:defRPr lang="en-US" dirty="0">
                <a:solidFill>
                  <a:schemeClr val="tx2"/>
                </a:solidFill>
              </a:defRPr>
            </a:lvl2pPr>
            <a:lvl3pPr marL="457200" indent="0">
              <a:buNone/>
              <a:defRPr lang="en-US" dirty="0">
                <a:solidFill>
                  <a:schemeClr val="tx2"/>
                </a:solidFill>
              </a:defRPr>
            </a:lvl3pPr>
            <a:lvl4pPr marL="685800" indent="0">
              <a:buNone/>
              <a:defRPr lang="en-US" dirty="0">
                <a:solidFill>
                  <a:schemeClr val="tx2"/>
                </a:solidFill>
              </a:defRPr>
            </a:lvl4pPr>
            <a:lvl5pPr marL="914400" indent="0">
              <a:buNone/>
              <a:defRPr lang="en-US" dirty="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57200" y="6445997"/>
            <a:ext cx="3949302" cy="365125"/>
          </a:xfrm>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2"/>
                </a:solidFill>
              </a:defRPr>
            </a:lvl1pPr>
          </a:lstStyle>
          <a:p>
            <a:fld id="{1F39104F-A6E3-4FB2-902A-A12FD9746726}" type="datetime1">
              <a:rPr lang="en-US" smtClean="0"/>
              <a:t>3/4/2026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a:p>
        </p:txBody>
      </p:sp>
      <p:cxnSp>
        <p:nvCxnSpPr>
          <p:cNvPr id="11" name="Straight Connector 10">
            <a:extLst>
              <a:ext uri="{FF2B5EF4-FFF2-40B4-BE49-F238E27FC236}">
                <a16:creationId xmlns:a16="http://schemas.microsoft.com/office/drawing/2014/main" id="{E2128EF9-7F8A-2F1B-41F7-2CA02A35CCA7}"/>
              </a:ext>
            </a:extLst>
          </p:cNvPr>
          <p:cNvCxnSpPr>
            <a:cxnSpLocks/>
          </p:cNvCxnSpPr>
          <p:nvPr/>
        </p:nvCxnSpPr>
        <p:spPr>
          <a:xfrm flipH="1">
            <a:off x="0" y="3191402"/>
            <a:ext cx="12192000" cy="0"/>
          </a:xfrm>
          <a:prstGeom prst="line">
            <a:avLst/>
          </a:prstGeom>
          <a:ln w="12700">
            <a:solidFill>
              <a:schemeClr val="tx1">
                <a:lumMod val="75000"/>
                <a:lumOff val="25000"/>
                <a:alpha val="3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35089216"/>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theme" Target="../theme/theme1.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C57148D-D60C-3359-4AC2-15A43E221742}"/>
              </a:ext>
            </a:extLst>
          </p:cNvPr>
          <p:cNvSpPr>
            <a:spLocks noGrp="1"/>
          </p:cNvSpPr>
          <p:nvPr>
            <p:ph type="title"/>
          </p:nvPr>
        </p:nvSpPr>
        <p:spPr>
          <a:xfrm>
            <a:off x="457200" y="533401"/>
            <a:ext cx="10515600" cy="1157288"/>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E1A8731C-FCAE-A05A-5A11-57005B86ABD4}"/>
              </a:ext>
            </a:extLst>
          </p:cNvPr>
          <p:cNvSpPr>
            <a:spLocks noGrp="1"/>
          </p:cNvSpPr>
          <p:nvPr>
            <p:ph type="body" idx="1"/>
          </p:nvPr>
        </p:nvSpPr>
        <p:spPr>
          <a:xfrm>
            <a:off x="457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44952E70-B2DF-717F-6373-70A688FAD82F}"/>
              </a:ext>
            </a:extLst>
          </p:cNvPr>
          <p:cNvSpPr>
            <a:spLocks noGrp="1"/>
          </p:cNvSpPr>
          <p:nvPr>
            <p:ph type="ftr" sz="quarter" idx="3"/>
          </p:nvPr>
        </p:nvSpPr>
        <p:spPr>
          <a:xfrm>
            <a:off x="457200" y="6445997"/>
            <a:ext cx="3949302" cy="365125"/>
          </a:xfrm>
          <a:prstGeom prst="rect">
            <a:avLst/>
          </a:prstGeom>
        </p:spPr>
        <p:txBody>
          <a:bodyPr vert="horz" lIns="91440" tIns="45720" rIns="91440" bIns="45720" rtlCol="0" anchor="ctr"/>
          <a:lstStyle>
            <a:lvl1pPr algn="l">
              <a:defRPr sz="900">
                <a:solidFill>
                  <a:schemeClr val="tx1">
                    <a:lumMod val="95000"/>
                    <a:lumOff val="5000"/>
                  </a:schemeClr>
                </a:solidFill>
              </a:defRPr>
            </a:lvl1pPr>
          </a:lstStyle>
          <a:p>
            <a:r>
              <a:rPr lang="en-US"/>
              <a:t>Sample Footer Text</a:t>
            </a:r>
          </a:p>
        </p:txBody>
      </p:sp>
      <p:sp>
        <p:nvSpPr>
          <p:cNvPr id="4" name="Date Placeholder 3">
            <a:extLst>
              <a:ext uri="{FF2B5EF4-FFF2-40B4-BE49-F238E27FC236}">
                <a16:creationId xmlns:a16="http://schemas.microsoft.com/office/drawing/2014/main" id="{225215E5-6146-14C5-665E-EF04630DCB32}"/>
              </a:ext>
            </a:extLst>
          </p:cNvPr>
          <p:cNvSpPr>
            <a:spLocks noGrp="1"/>
          </p:cNvSpPr>
          <p:nvPr>
            <p:ph type="dt" sz="half" idx="2"/>
          </p:nvPr>
        </p:nvSpPr>
        <p:spPr>
          <a:xfrm>
            <a:off x="9737594" y="6445997"/>
            <a:ext cx="1842115" cy="365125"/>
          </a:xfrm>
          <a:prstGeom prst="rect">
            <a:avLst/>
          </a:prstGeom>
        </p:spPr>
        <p:txBody>
          <a:bodyPr vert="horz" lIns="91440" tIns="45720" rIns="91440" bIns="45720" rtlCol="0" anchor="ctr"/>
          <a:lstStyle>
            <a:lvl1pPr algn="r">
              <a:defRPr sz="900">
                <a:solidFill>
                  <a:schemeClr val="tx1">
                    <a:lumMod val="95000"/>
                    <a:lumOff val="5000"/>
                  </a:schemeClr>
                </a:solidFill>
              </a:defRPr>
            </a:lvl1pPr>
          </a:lstStyle>
          <a:p>
            <a:fld id="{56D64244-A3D4-4B68-87F0-779EEA0C37FE}" type="datetime1">
              <a:rPr lang="en-US" smtClean="0"/>
              <a:t>3/4/2026</a:t>
            </a:fld>
            <a:endParaRPr lang="en-US"/>
          </a:p>
        </p:txBody>
      </p:sp>
      <p:sp>
        <p:nvSpPr>
          <p:cNvPr id="6" name="Slide Number Placeholder 5">
            <a:extLst>
              <a:ext uri="{FF2B5EF4-FFF2-40B4-BE49-F238E27FC236}">
                <a16:creationId xmlns:a16="http://schemas.microsoft.com/office/drawing/2014/main" id="{20E8FA3A-8706-3F4B-41CC-B024431F6200}"/>
              </a:ext>
            </a:extLst>
          </p:cNvPr>
          <p:cNvSpPr>
            <a:spLocks noGrp="1"/>
          </p:cNvSpPr>
          <p:nvPr>
            <p:ph type="sldNum" sz="quarter" idx="4"/>
          </p:nvPr>
        </p:nvSpPr>
        <p:spPr>
          <a:xfrm>
            <a:off x="11734800" y="6445997"/>
            <a:ext cx="457200" cy="365125"/>
          </a:xfrm>
          <a:prstGeom prst="rect">
            <a:avLst/>
          </a:prstGeom>
        </p:spPr>
        <p:txBody>
          <a:bodyPr vert="horz" lIns="91440" tIns="45720" rIns="91440" bIns="45720" rtlCol="0" anchor="ctr"/>
          <a:lstStyle>
            <a:lvl1pPr algn="ctr">
              <a:defRPr sz="900">
                <a:solidFill>
                  <a:schemeClr val="tx1">
                    <a:lumMod val="95000"/>
                    <a:lumOff val="5000"/>
                  </a:schemeClr>
                </a:solidFill>
              </a:defRPr>
            </a:lvl1pPr>
          </a:lstStyle>
          <a:p>
            <a:fld id="{DDF60B60-82CA-4BB9-BA6E-A62FADF2374B}" type="slidenum">
              <a:rPr lang="en-US" smtClean="0"/>
              <a:t>‹#›</a:t>
            </a:fld>
            <a:endParaRPr lang="en-US"/>
          </a:p>
        </p:txBody>
      </p:sp>
    </p:spTree>
    <p:extLst>
      <p:ext uri="{BB962C8B-B14F-4D97-AF65-F5344CB8AC3E}">
        <p14:creationId xmlns:p14="http://schemas.microsoft.com/office/powerpoint/2010/main" val="2857678996"/>
      </p:ext>
    </p:extLst>
  </p:cSld>
  <p:clrMap bg1="lt1" tx1="dk1" bg2="lt2" tx2="dk2" accent1="accent1" accent2="accent2" accent3="accent3" accent4="accent4" accent5="accent5" accent6="accent6" hlink="hlink" folHlink="folHlink"/>
  <p:sldLayoutIdLst>
    <p:sldLayoutId id="2147483666" r:id="rId1"/>
    <p:sldLayoutId id="2147483662" r:id="rId2"/>
    <p:sldLayoutId id="2147483661" r:id="rId3"/>
    <p:sldLayoutId id="2147483663" r:id="rId4"/>
    <p:sldLayoutId id="2147483665" r:id="rId5"/>
    <p:sldLayoutId id="2147483667" r:id="rId6"/>
    <p:sldLayoutId id="2147483669" r:id="rId7"/>
    <p:sldLayoutId id="2147483670" r:id="rId8"/>
    <p:sldLayoutId id="2147483671" r:id="rId9"/>
    <p:sldLayoutId id="2147483672" r:id="rId10"/>
    <p:sldLayoutId id="2147483673" r:id="rId11"/>
    <p:sldLayoutId id="2147483674" r:id="rId12"/>
    <p:sldLayoutId id="2147483675" r:id="rId13"/>
    <p:sldLayoutId id="2147483676" r:id="rId14"/>
    <p:sldLayoutId id="2147483677" r:id="rId15"/>
    <p:sldLayoutId id="2147483678" r:id="rId16"/>
    <p:sldLayoutId id="2147483679" r:id="rId17"/>
    <p:sldLayoutId id="2147483680" r:id="rId18"/>
    <p:sldLayoutId id="2147483681" r:id="rId19"/>
    <p:sldLayoutId id="2147483682" r:id="rId20"/>
    <p:sldLayoutId id="2147483683" r:id="rId21"/>
    <p:sldLayoutId id="2147483684" r:id="rId22"/>
    <p:sldLayoutId id="2147483685" r:id="rId23"/>
    <p:sldLayoutId id="2147483686" r:id="rId24"/>
    <p:sldLayoutId id="2147483687" r:id="rId25"/>
    <p:sldLayoutId id="2147483688" r:id="rId26"/>
    <p:sldLayoutId id="2147483689" r:id="rId27"/>
    <p:sldLayoutId id="2147483690" r:id="rId28"/>
    <p:sldLayoutId id="2147483691" r:id="rId29"/>
    <p:sldLayoutId id="2147483692" r:id="rId30"/>
    <p:sldLayoutId id="2147483693" r:id="rId31"/>
    <p:sldLayoutId id="2147483694" r:id="rId32"/>
    <p:sldLayoutId id="2147483695" r:id="rId33"/>
    <p:sldLayoutId id="2147483696" r:id="rId34"/>
    <p:sldLayoutId id="2147483697" r:id="rId35"/>
    <p:sldLayoutId id="2147483698" r:id="rId36"/>
    <p:sldLayoutId id="2147483699" r:id="rId37"/>
    <p:sldLayoutId id="2147483700" r:id="rId38"/>
    <p:sldLayoutId id="2147483701" r:id="rId39"/>
    <p:sldLayoutId id="2147483702" r:id="rId40"/>
    <p:sldLayoutId id="2147483703" r:id="rId41"/>
    <p:sldLayoutId id="2147483704" r:id="rId42"/>
    <p:sldLayoutId id="2147483705" r:id="rId43"/>
    <p:sldLayoutId id="2147483706" r:id="rId44"/>
    <p:sldLayoutId id="2147483707" r:id="rId45"/>
    <p:sldLayoutId id="2147483708" r:id="rId46"/>
    <p:sldLayoutId id="2147483709" r:id="rId47"/>
    <p:sldLayoutId id="2147483710" r:id="rId48"/>
    <p:sldLayoutId id="2147483711" r:id="rId49"/>
    <p:sldLayoutId id="2147483712" r:id="rId50"/>
    <p:sldLayoutId id="2147483713" r:id="rId51"/>
    <p:sldLayoutId id="2147483714" r:id="rId52"/>
    <p:sldLayoutId id="2147483715" r:id="rId53"/>
    <p:sldLayoutId id="2147483716" r:id="rId54"/>
    <p:sldLayoutId id="2147483717" r:id="rId55"/>
    <p:sldLayoutId id="2147483718" r:id="rId56"/>
    <p:sldLayoutId id="2147483719" r:id="rId57"/>
  </p:sldLayoutIdLst>
  <p:hf hdr="0"/>
  <p:txStyles>
    <p:titleStyle>
      <a:lvl1pPr algn="l" defTabSz="914400" rtl="0" eaLnBrk="1" latinLnBrk="0" hangingPunct="1">
        <a:lnSpc>
          <a:spcPct val="90000"/>
        </a:lnSpc>
        <a:spcBef>
          <a:spcPct val="0"/>
        </a:spcBef>
        <a:buNone/>
        <a:defRPr sz="3200" kern="1200">
          <a:solidFill>
            <a:schemeClr val="tx2"/>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2"/>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2"/>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2808">
          <p15:clr>
            <a:srgbClr val="F26B43"/>
          </p15:clr>
        </p15:guide>
        <p15:guide id="3" pos="4872">
          <p15:clr>
            <a:srgbClr val="F26B43"/>
          </p15:clr>
        </p15:guide>
        <p15:guide id="4" pos="5160">
          <p15:clr>
            <a:srgbClr val="F26B43"/>
          </p15:clr>
        </p15:guide>
        <p15:guide id="5" pos="2520">
          <p15:clr>
            <a:srgbClr val="F26B43"/>
          </p15:clr>
        </p15:guide>
        <p15:guide id="6" pos="458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35.xml"/></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xml"/><Relationship Id="rId1" Type="http://schemas.openxmlformats.org/officeDocument/2006/relationships/slideLayout" Target="../slideLayouts/slideLayout35.xml"/></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xml"/><Relationship Id="rId1" Type="http://schemas.openxmlformats.org/officeDocument/2006/relationships/slideLayout" Target="../slideLayouts/slideLayout3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7.xml"/><Relationship Id="rId1" Type="http://schemas.openxmlformats.org/officeDocument/2006/relationships/slideLayout" Target="../slideLayouts/slideLayout35.xml"/></Relationships>
</file>

<file path=ppt/slides/_rels/slide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8.xml"/><Relationship Id="rId1" Type="http://schemas.openxmlformats.org/officeDocument/2006/relationships/slideLayout" Target="../slideLayouts/slideLayout3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0.xml"/><Relationship Id="rId1" Type="http://schemas.openxmlformats.org/officeDocument/2006/relationships/slideLayout" Target="../slideLayouts/slideLayout35.xml"/></Relationships>
</file>

<file path=ppt/slides/_rels/slide1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1.xml"/><Relationship Id="rId1" Type="http://schemas.openxmlformats.org/officeDocument/2006/relationships/slideLayout" Target="../slideLayouts/slideLayout3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3.xml"/><Relationship Id="rId1" Type="http://schemas.openxmlformats.org/officeDocument/2006/relationships/slideLayout" Target="../slideLayouts/slideLayout3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F7E98E-6246-2781-D3B6-30EC7C13DD8D}"/>
              </a:ext>
            </a:extLst>
          </p:cNvPr>
          <p:cNvSpPr>
            <a:spLocks noGrp="1"/>
          </p:cNvSpPr>
          <p:nvPr>
            <p:ph type="ctrTitle"/>
          </p:nvPr>
        </p:nvSpPr>
        <p:spPr>
          <a:xfrm>
            <a:off x="2096430" y="1226087"/>
            <a:ext cx="7961965" cy="3290611"/>
          </a:xfrm>
        </p:spPr>
        <p:txBody>
          <a:bodyPr anchor="ctr">
            <a:normAutofit/>
          </a:bodyPr>
          <a:lstStyle/>
          <a:p>
            <a:r>
              <a:rPr lang="en-US" dirty="0"/>
              <a:t>Object Storage – Lưu </a:t>
            </a:r>
            <a:r>
              <a:rPr lang="en-US" dirty="0" err="1"/>
              <a:t>trữ</a:t>
            </a:r>
            <a:r>
              <a:rPr lang="en-US" dirty="0"/>
              <a:t> </a:t>
            </a:r>
            <a:r>
              <a:rPr lang="en-US" dirty="0" err="1"/>
              <a:t>giá</a:t>
            </a:r>
            <a:r>
              <a:rPr lang="en-US" dirty="0"/>
              <a:t> </a:t>
            </a:r>
            <a:r>
              <a:rPr lang="en-US" dirty="0" err="1"/>
              <a:t>rẻ</a:t>
            </a:r>
            <a:r>
              <a:rPr lang="en-US" dirty="0"/>
              <a:t> </a:t>
            </a:r>
            <a:r>
              <a:rPr lang="en-US" dirty="0" err="1"/>
              <a:t>nhưng</a:t>
            </a:r>
            <a:r>
              <a:rPr lang="en-US" dirty="0"/>
              <a:t> </a:t>
            </a:r>
            <a:r>
              <a:rPr lang="en-US" dirty="0" err="1"/>
              <a:t>đa</a:t>
            </a:r>
            <a:r>
              <a:rPr lang="en-US" dirty="0"/>
              <a:t> </a:t>
            </a:r>
            <a:r>
              <a:rPr lang="en-US" dirty="0" err="1"/>
              <a:t>dụng</a:t>
            </a:r>
            <a:endParaRPr lang="en-US" dirty="0"/>
          </a:p>
        </p:txBody>
      </p:sp>
      <p:sp>
        <p:nvSpPr>
          <p:cNvPr id="3" name="Subtitle 2">
            <a:extLst>
              <a:ext uri="{FF2B5EF4-FFF2-40B4-BE49-F238E27FC236}">
                <a16:creationId xmlns:a16="http://schemas.microsoft.com/office/drawing/2014/main" id="{28C8B510-AE24-1D59-CAAF-0B87372C1D0C}"/>
              </a:ext>
            </a:extLst>
          </p:cNvPr>
          <p:cNvSpPr>
            <a:spLocks noGrp="1"/>
          </p:cNvSpPr>
          <p:nvPr>
            <p:ph type="subTitle" idx="1"/>
          </p:nvPr>
        </p:nvSpPr>
        <p:spPr>
          <a:xfrm>
            <a:off x="2676941" y="5812260"/>
            <a:ext cx="6838118" cy="702946"/>
          </a:xfrm>
        </p:spPr>
        <p:txBody>
          <a:bodyPr anchor="ctr">
            <a:normAutofit/>
          </a:bodyPr>
          <a:lstStyle/>
          <a:p>
            <a:r>
              <a:rPr lang="en-US"/>
              <a:t>Giải pháp lưu trữ hiệu quả, tối ưu chi phí</a:t>
            </a:r>
          </a:p>
        </p:txBody>
      </p:sp>
      <p:sp>
        <p:nvSpPr>
          <p:cNvPr id="4" name="Footer Placeholder 3">
            <a:extLst>
              <a:ext uri="{FF2B5EF4-FFF2-40B4-BE49-F238E27FC236}">
                <a16:creationId xmlns:a16="http://schemas.microsoft.com/office/drawing/2014/main" id="{EF71FEB1-838B-2562-2053-BD3551708A5C}"/>
              </a:ext>
            </a:extLst>
          </p:cNvPr>
          <p:cNvSpPr>
            <a:spLocks noGrp="1"/>
          </p:cNvSpPr>
          <p:nvPr>
            <p:ph type="ftr" sz="quarter" idx="11"/>
          </p:nvPr>
        </p:nvSpPr>
        <p:spPr>
          <a:xfrm>
            <a:off x="640080" y="6445997"/>
            <a:ext cx="3777327" cy="365125"/>
          </a:xfrm>
        </p:spPr>
        <p:txBody>
          <a:bodyPr anchor="ctr">
            <a:normAutofit/>
          </a:bodyPr>
          <a:lstStyle/>
          <a:p>
            <a:pPr>
              <a:spcAft>
                <a:spcPts val="600"/>
              </a:spcAft>
            </a:pPr>
            <a:r>
              <a:rPr lang="en-US"/>
              <a:t>Sample Footer Text</a:t>
            </a:r>
          </a:p>
        </p:txBody>
      </p:sp>
      <p:sp>
        <p:nvSpPr>
          <p:cNvPr id="5" name="Date Placeholder 4">
            <a:extLst>
              <a:ext uri="{FF2B5EF4-FFF2-40B4-BE49-F238E27FC236}">
                <a16:creationId xmlns:a16="http://schemas.microsoft.com/office/drawing/2014/main" id="{5FACD0C2-CE5C-4EB4-E0B5-7B2B1ACFD0A8}"/>
              </a:ext>
            </a:extLst>
          </p:cNvPr>
          <p:cNvSpPr>
            <a:spLocks noGrp="1"/>
          </p:cNvSpPr>
          <p:nvPr>
            <p:ph type="dt" sz="half" idx="10"/>
          </p:nvPr>
        </p:nvSpPr>
        <p:spPr>
          <a:xfrm>
            <a:off x="9737594" y="6445997"/>
            <a:ext cx="1842115" cy="365125"/>
          </a:xfrm>
        </p:spPr>
        <p:txBody>
          <a:bodyPr anchor="ctr">
            <a:normAutofit/>
          </a:bodyPr>
          <a:lstStyle/>
          <a:p>
            <a:pPr>
              <a:spcAft>
                <a:spcPts val="600"/>
              </a:spcAft>
            </a:pPr>
            <a:fld id="{8A278C13-F8B8-4237-9811-6A882F130BDA}" type="datetime1">
              <a:rPr lang="en-US" smtClean="0"/>
              <a:pPr>
                <a:spcAft>
                  <a:spcPts val="600"/>
                </a:spcAft>
              </a:pPr>
              <a:t>3/4/2026</a:t>
            </a:fld>
            <a:endParaRPr lang="en-US"/>
          </a:p>
        </p:txBody>
      </p:sp>
      <p:sp>
        <p:nvSpPr>
          <p:cNvPr id="6" name="Slide Number Placeholder 5">
            <a:extLst>
              <a:ext uri="{FF2B5EF4-FFF2-40B4-BE49-F238E27FC236}">
                <a16:creationId xmlns:a16="http://schemas.microsoft.com/office/drawing/2014/main" id="{BBD15958-A457-8D9C-BE50-33A2D3ECA764}"/>
              </a:ext>
            </a:extLst>
          </p:cNvPr>
          <p:cNvSpPr>
            <a:spLocks noGrp="1"/>
          </p:cNvSpPr>
          <p:nvPr>
            <p:ph type="sldNum" sz="quarter" idx="12"/>
          </p:nvPr>
        </p:nvSpPr>
        <p:spPr>
          <a:xfrm>
            <a:off x="11734800" y="6445997"/>
            <a:ext cx="457200" cy="365125"/>
          </a:xfrm>
        </p:spPr>
        <p:txBody>
          <a:bodyPr anchor="ctr">
            <a:normAutofit/>
          </a:bodyPr>
          <a:lstStyle/>
          <a:p>
            <a:pPr>
              <a:spcAft>
                <a:spcPts val="600"/>
              </a:spcAft>
            </a:pPr>
            <a:fld id="{DDF60B60-82CA-4BB9-BA6E-A62FADF2374B}" type="slidenum">
              <a:rPr lang="en-US" smtClean="0"/>
              <a:pPr>
                <a:spcAft>
                  <a:spcPts val="600"/>
                </a:spcAft>
              </a:pPr>
              <a:t>1</a:t>
            </a:fld>
            <a:endParaRPr lang="en-US"/>
          </a:p>
        </p:txBody>
      </p:sp>
    </p:spTree>
    <p:extLst>
      <p:ext uri="{BB962C8B-B14F-4D97-AF65-F5344CB8AC3E}">
        <p14:creationId xmlns:p14="http://schemas.microsoft.com/office/powerpoint/2010/main" val="15990306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0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par>
                                <p:cTn id="11" presetID="10" presetClass="entr" presetSubtype="0" fill="hold" grpId="1" nodeType="withEffect">
                                  <p:stCondLst>
                                    <p:cond delay="250"/>
                                  </p:stCondLst>
                                  <p:iterate>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9F85C7-DB22-334C-1C6B-1A05922B119B}"/>
              </a:ext>
            </a:extLst>
          </p:cNvPr>
          <p:cNvSpPr>
            <a:spLocks noGrp="1"/>
          </p:cNvSpPr>
          <p:nvPr>
            <p:ph type="title"/>
          </p:nvPr>
        </p:nvSpPr>
        <p:spPr>
          <a:xfrm>
            <a:off x="457200" y="2968607"/>
            <a:ext cx="8932653" cy="3450568"/>
          </a:xfrm>
        </p:spPr>
        <p:txBody>
          <a:bodyPr anchor="b">
            <a:normAutofit/>
          </a:bodyPr>
          <a:lstStyle/>
          <a:p>
            <a:r>
              <a:rPr lang="en-US"/>
              <a:t>Khái niệm và nhu cầu Object Storage</a:t>
            </a:r>
          </a:p>
        </p:txBody>
      </p:sp>
      <p:sp>
        <p:nvSpPr>
          <p:cNvPr id="4" name="Footer Placeholder 3">
            <a:extLst>
              <a:ext uri="{FF2B5EF4-FFF2-40B4-BE49-F238E27FC236}">
                <a16:creationId xmlns:a16="http://schemas.microsoft.com/office/drawing/2014/main" id="{10473053-F38D-8053-8701-B5BBC49376FD}"/>
              </a:ext>
            </a:extLst>
          </p:cNvPr>
          <p:cNvSpPr>
            <a:spLocks noGrp="1"/>
          </p:cNvSpPr>
          <p:nvPr>
            <p:ph type="ftr" sz="quarter" idx="11"/>
          </p:nvPr>
        </p:nvSpPr>
        <p:spPr>
          <a:xfrm>
            <a:off x="457200" y="6445997"/>
            <a:ext cx="3751081" cy="365125"/>
          </a:xfrm>
        </p:spPr>
        <p:txBody>
          <a:bodyPr anchor="ctr">
            <a:normAutofit/>
          </a:bodyPr>
          <a:lstStyle/>
          <a:p>
            <a:pPr>
              <a:spcAft>
                <a:spcPts val="600"/>
              </a:spcAft>
            </a:pPr>
            <a:r>
              <a:rPr lang="en-US"/>
              <a:t>Sample Footer Text</a:t>
            </a:r>
          </a:p>
        </p:txBody>
      </p:sp>
      <p:sp>
        <p:nvSpPr>
          <p:cNvPr id="5" name="Date Placeholder 4">
            <a:extLst>
              <a:ext uri="{FF2B5EF4-FFF2-40B4-BE49-F238E27FC236}">
                <a16:creationId xmlns:a16="http://schemas.microsoft.com/office/drawing/2014/main" id="{AA79577E-FF76-CA26-2595-07691CB2197D}"/>
              </a:ext>
            </a:extLst>
          </p:cNvPr>
          <p:cNvSpPr>
            <a:spLocks noGrp="1"/>
          </p:cNvSpPr>
          <p:nvPr>
            <p:ph type="dt" sz="half" idx="10"/>
          </p:nvPr>
        </p:nvSpPr>
        <p:spPr>
          <a:xfrm>
            <a:off x="9737594" y="6445997"/>
            <a:ext cx="1842115" cy="365125"/>
          </a:xfrm>
        </p:spPr>
        <p:txBody>
          <a:bodyPr anchor="ctr">
            <a:normAutofit/>
          </a:bodyPr>
          <a:lstStyle/>
          <a:p>
            <a:pPr>
              <a:spcAft>
                <a:spcPts val="600"/>
              </a:spcAft>
            </a:pPr>
            <a:fld id="{8A278C13-F8B8-4237-9811-6A882F130BDA}" type="datetime1">
              <a:rPr lang="en-US" smtClean="0"/>
              <a:pPr>
                <a:spcAft>
                  <a:spcPts val="600"/>
                </a:spcAft>
              </a:pPr>
              <a:t>3/4/2026</a:t>
            </a:fld>
            <a:endParaRPr lang="en-US"/>
          </a:p>
        </p:txBody>
      </p:sp>
      <p:sp>
        <p:nvSpPr>
          <p:cNvPr id="6" name="Slide Number Placeholder 5">
            <a:extLst>
              <a:ext uri="{FF2B5EF4-FFF2-40B4-BE49-F238E27FC236}">
                <a16:creationId xmlns:a16="http://schemas.microsoft.com/office/drawing/2014/main" id="{B4F83F47-1BBC-35DD-59F8-B9F593E9F435}"/>
              </a:ext>
            </a:extLst>
          </p:cNvPr>
          <p:cNvSpPr>
            <a:spLocks noGrp="1"/>
          </p:cNvSpPr>
          <p:nvPr>
            <p:ph type="sldNum" sz="quarter" idx="12"/>
          </p:nvPr>
        </p:nvSpPr>
        <p:spPr>
          <a:xfrm>
            <a:off x="11734800" y="6445997"/>
            <a:ext cx="457200" cy="365125"/>
          </a:xfrm>
        </p:spPr>
        <p:txBody>
          <a:bodyPr anchor="ctr">
            <a:normAutofit/>
          </a:bodyPr>
          <a:lstStyle/>
          <a:p>
            <a:pPr>
              <a:spcAft>
                <a:spcPts val="600"/>
              </a:spcAft>
            </a:pPr>
            <a:fld id="{DDF60B60-82CA-4BB9-BA6E-A62FADF2374B}" type="slidenum">
              <a:rPr lang="en-US" smtClean="0"/>
              <a:pPr>
                <a:spcAft>
                  <a:spcPts val="600"/>
                </a:spcAft>
              </a:pPr>
              <a:t>2</a:t>
            </a:fld>
            <a:endParaRPr lang="en-US"/>
          </a:p>
        </p:txBody>
      </p:sp>
    </p:spTree>
    <p:extLst>
      <p:ext uri="{BB962C8B-B14F-4D97-AF65-F5344CB8AC3E}">
        <p14:creationId xmlns:p14="http://schemas.microsoft.com/office/powerpoint/2010/main" val="319176523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AC1C39-5CA7-9D76-BFFA-C7C4A47D252D}"/>
              </a:ext>
            </a:extLst>
          </p:cNvPr>
          <p:cNvSpPr>
            <a:spLocks noGrp="1"/>
          </p:cNvSpPr>
          <p:nvPr>
            <p:ph type="title"/>
          </p:nvPr>
        </p:nvSpPr>
        <p:spPr>
          <a:xfrm>
            <a:off x="457199" y="377072"/>
            <a:ext cx="4958078" cy="1225485"/>
          </a:xfrm>
        </p:spPr>
        <p:txBody>
          <a:bodyPr anchor="t">
            <a:normAutofit/>
          </a:bodyPr>
          <a:lstStyle/>
          <a:p>
            <a:r>
              <a:rPr lang="en-US" sz="2700"/>
              <a:t>Tổng quan nhu cầu lưu trữ lớn trong kỷ nguyên AI và IoT</a:t>
            </a:r>
          </a:p>
        </p:txBody>
      </p:sp>
      <p:pic>
        <p:nvPicPr>
          <p:cNvPr id="8" name="Content Placeholder 7" descr="Nội thất phòng máy chủ trong trung tâm dữ liệu">
            <a:extLst>
              <a:ext uri="{FF2B5EF4-FFF2-40B4-BE49-F238E27FC236}">
                <a16:creationId xmlns:a16="http://schemas.microsoft.com/office/drawing/2014/main" id="{4F513C8E-75FE-4A4D-8375-10378B9FE7D7}"/>
              </a:ext>
            </a:extLst>
          </p:cNvPr>
          <p:cNvPicPr>
            <a:picLocks noGrp="1" noChangeAspect="1"/>
          </p:cNvPicPr>
          <p:nvPr>
            <p:ph type="pic" sz="quarter" idx="13"/>
          </p:nvPr>
        </p:nvPicPr>
        <p:blipFill>
          <a:blip r:embed="rId3"/>
          <a:srcRect l="13047" r="15710" b="-2"/>
          <a:stretch>
            <a:fillRect/>
          </a:stretch>
        </p:blipFill>
        <p:spPr>
          <a:xfrm>
            <a:off x="20" y="1842182"/>
            <a:ext cx="5758152" cy="4546457"/>
          </a:xfrm>
        </p:spPr>
      </p:pic>
      <p:sp>
        <p:nvSpPr>
          <p:cNvPr id="4" name="Content Placeholder 3">
            <a:extLst>
              <a:ext uri="{FF2B5EF4-FFF2-40B4-BE49-F238E27FC236}">
                <a16:creationId xmlns:a16="http://schemas.microsoft.com/office/drawing/2014/main" id="{F4113A6D-BA04-C788-9BA4-D8EA1AA07E3B}"/>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76142" y="377072"/>
            <a:ext cx="5558655" cy="5797484"/>
          </a:xfrm>
        </p:spPr>
        <p:txBody>
          <a:bodyPr>
            <a:normAutofit/>
          </a:bodyPr>
          <a:lstStyle/>
          <a:p>
            <a:pPr marL="0" indent="0">
              <a:spcBef>
                <a:spcPts val="2500"/>
              </a:spcBef>
              <a:buFont typeface="Arial" panose="020B0604020202020204" pitchFamily="34" charset="0"/>
              <a:buNone/>
            </a:pPr>
            <a:r>
              <a:rPr lang="vi-VN" sz="1400" b="1"/>
              <a:t>Nhu cầu lưu trữ dữ liệu lớn</a:t>
            </a:r>
          </a:p>
          <a:p>
            <a:pPr marL="0" lvl="1" indent="0">
              <a:buFont typeface="Arial" panose="020B0604020202020204" pitchFamily="34" charset="0"/>
              <a:buNone/>
            </a:pPr>
            <a:r>
              <a:rPr lang="vi-VN" sz="1400"/>
              <a:t>AI và IoT tạo ra lượng dữ liệu khổng lồ, đòi hỏi hệ thống lưu trữ có dung lượng lớn và chi phí tối ưu.</a:t>
            </a:r>
          </a:p>
          <a:p>
            <a:pPr marL="0" indent="0">
              <a:spcBef>
                <a:spcPts val="2500"/>
              </a:spcBef>
              <a:buFont typeface="Arial" panose="020B0604020202020204" pitchFamily="34" charset="0"/>
              <a:buNone/>
            </a:pPr>
            <a:r>
              <a:rPr lang="vi-VN" sz="1400" b="1"/>
              <a:t>Giới hạn công nghệ truyền thống</a:t>
            </a:r>
          </a:p>
          <a:p>
            <a:pPr marL="0" lvl="1" indent="0">
              <a:buFont typeface="Arial" panose="020B0604020202020204" pitchFamily="34" charset="0"/>
              <a:buNone/>
            </a:pPr>
            <a:r>
              <a:rPr lang="vi-VN" sz="1400"/>
              <a:t>File storage và block storage khó đáp ứng khi dung lượng tăng cao và cần mở rộng linh hoạt.</a:t>
            </a:r>
          </a:p>
          <a:p>
            <a:pPr marL="0" indent="0">
              <a:spcBef>
                <a:spcPts val="2500"/>
              </a:spcBef>
              <a:buFont typeface="Arial" panose="020B0604020202020204" pitchFamily="34" charset="0"/>
              <a:buNone/>
            </a:pPr>
            <a:r>
              <a:rPr lang="vi-VN" sz="1400" b="1"/>
              <a:t>Ưu điểm của Object Storage</a:t>
            </a:r>
          </a:p>
          <a:p>
            <a:pPr marL="0" lvl="1" indent="0">
              <a:buFont typeface="Arial" panose="020B0604020202020204" pitchFamily="34" charset="0"/>
              <a:buNone/>
            </a:pPr>
            <a:r>
              <a:rPr lang="vi-VN" sz="1400"/>
              <a:t>Object Storage mở rộng hiệu quả theo mô hình scale-out với chi phí thấp và khả năng truy cập linh hoạt.</a:t>
            </a:r>
          </a:p>
          <a:p>
            <a:pPr marL="0" indent="0">
              <a:spcBef>
                <a:spcPts val="2500"/>
              </a:spcBef>
              <a:buFont typeface="Arial" panose="020B0604020202020204" pitchFamily="34" charset="0"/>
              <a:buNone/>
            </a:pPr>
            <a:r>
              <a:rPr lang="vi-VN" sz="1400" b="1"/>
              <a:t>Lợi ích cho doanh nghiệp</a:t>
            </a:r>
          </a:p>
          <a:p>
            <a:pPr marL="0" lvl="1" indent="0">
              <a:buFont typeface="Arial" panose="020B0604020202020204" pitchFamily="34" charset="0"/>
              <a:buNone/>
            </a:pPr>
            <a:r>
              <a:rPr lang="vi-VN" sz="1400"/>
              <a:t>Nhiều ngành công nghiệp hưởng lợi từ Object Storage nhờ khả năng đáp ứng workload đa dạng và tăng trưởng linh hoạt.</a:t>
            </a:r>
          </a:p>
        </p:txBody>
      </p:sp>
      <p:sp>
        <p:nvSpPr>
          <p:cNvPr id="5" name="Footer Placeholder 4">
            <a:extLst>
              <a:ext uri="{FF2B5EF4-FFF2-40B4-BE49-F238E27FC236}">
                <a16:creationId xmlns:a16="http://schemas.microsoft.com/office/drawing/2014/main" id="{459E5947-1FAB-EF76-65D3-9464D073EC8B}"/>
              </a:ext>
            </a:extLst>
          </p:cNvPr>
          <p:cNvSpPr>
            <a:spLocks noGrp="1"/>
          </p:cNvSpPr>
          <p:nvPr>
            <p:ph type="ftr" sz="quarter" idx="11"/>
          </p:nvPr>
        </p:nvSpPr>
        <p:spPr>
          <a:xfrm>
            <a:off x="457200" y="6445997"/>
            <a:ext cx="3949302" cy="365125"/>
          </a:xfrm>
        </p:spPr>
        <p:txBody>
          <a:bodyPr anchor="ctr">
            <a:normAutofit/>
          </a:bodyPr>
          <a:lstStyle/>
          <a:p>
            <a:pPr>
              <a:spcAft>
                <a:spcPts val="600"/>
              </a:spcAft>
            </a:pPr>
            <a:r>
              <a:rPr lang="en-US"/>
              <a:t>Sample Footer Text</a:t>
            </a:r>
          </a:p>
        </p:txBody>
      </p:sp>
      <p:sp>
        <p:nvSpPr>
          <p:cNvPr id="6" name="Date Placeholder 5">
            <a:extLst>
              <a:ext uri="{FF2B5EF4-FFF2-40B4-BE49-F238E27FC236}">
                <a16:creationId xmlns:a16="http://schemas.microsoft.com/office/drawing/2014/main" id="{1121DF04-63D8-FD41-1FD9-0FBAED6E30F9}"/>
              </a:ext>
            </a:extLst>
          </p:cNvPr>
          <p:cNvSpPr>
            <a:spLocks noGrp="1"/>
          </p:cNvSpPr>
          <p:nvPr>
            <p:ph type="dt" sz="half" idx="10"/>
          </p:nvPr>
        </p:nvSpPr>
        <p:spPr>
          <a:xfrm>
            <a:off x="9737594" y="6445997"/>
            <a:ext cx="1842115" cy="365125"/>
          </a:xfrm>
        </p:spPr>
        <p:txBody>
          <a:bodyPr anchor="ctr">
            <a:normAutofit/>
          </a:bodyPr>
          <a:lstStyle/>
          <a:p>
            <a:pPr>
              <a:spcAft>
                <a:spcPts val="600"/>
              </a:spcAft>
            </a:pPr>
            <a:fld id="{B20F022F-161E-41B9-A1BC-CC85E43B1AF4}" type="datetime1">
              <a:rPr lang="en-US" smtClean="0"/>
              <a:pPr>
                <a:spcAft>
                  <a:spcPts val="600"/>
                </a:spcAft>
              </a:pPr>
              <a:t>3/4/2026</a:t>
            </a:fld>
            <a:endParaRPr lang="en-US"/>
          </a:p>
        </p:txBody>
      </p:sp>
      <p:sp>
        <p:nvSpPr>
          <p:cNvPr id="7" name="Slide Number Placeholder 6">
            <a:extLst>
              <a:ext uri="{FF2B5EF4-FFF2-40B4-BE49-F238E27FC236}">
                <a16:creationId xmlns:a16="http://schemas.microsoft.com/office/drawing/2014/main" id="{1D2353E2-3275-C14D-B29A-8380BEF6A6C3}"/>
              </a:ext>
            </a:extLst>
          </p:cNvPr>
          <p:cNvSpPr>
            <a:spLocks noGrp="1"/>
          </p:cNvSpPr>
          <p:nvPr>
            <p:ph type="sldNum" sz="quarter" idx="12"/>
          </p:nvPr>
        </p:nvSpPr>
        <p:spPr>
          <a:xfrm>
            <a:off x="11734800" y="6445997"/>
            <a:ext cx="457200" cy="365125"/>
          </a:xfrm>
        </p:spPr>
        <p:txBody>
          <a:bodyPr anchor="ctr">
            <a:normAutofit/>
          </a:bodyPr>
          <a:lstStyle/>
          <a:p>
            <a:pPr>
              <a:spcAft>
                <a:spcPts val="600"/>
              </a:spcAft>
            </a:pPr>
            <a:fld id="{DDF60B60-82CA-4BB9-BA6E-A62FADF2374B}" type="slidenum">
              <a:rPr lang="en-US" smtClean="0"/>
              <a:pPr>
                <a:spcAft>
                  <a:spcPts val="600"/>
                </a:spcAft>
              </a:pPr>
              <a:t>3</a:t>
            </a:fld>
            <a:endParaRPr lang="en-US"/>
          </a:p>
        </p:txBody>
      </p:sp>
    </p:spTree>
    <p:extLst>
      <p:ext uri="{BB962C8B-B14F-4D97-AF65-F5344CB8AC3E}">
        <p14:creationId xmlns:p14="http://schemas.microsoft.com/office/powerpoint/2010/main" val="191292855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25E0AA-6050-8E1B-1631-A3D1109051B5}"/>
              </a:ext>
            </a:extLst>
          </p:cNvPr>
          <p:cNvSpPr>
            <a:spLocks noGrp="1"/>
          </p:cNvSpPr>
          <p:nvPr>
            <p:ph type="title"/>
          </p:nvPr>
        </p:nvSpPr>
        <p:spPr>
          <a:xfrm>
            <a:off x="457199" y="377072"/>
            <a:ext cx="4958078" cy="1225485"/>
          </a:xfrm>
        </p:spPr>
        <p:txBody>
          <a:bodyPr anchor="t">
            <a:normAutofit/>
          </a:bodyPr>
          <a:lstStyle/>
          <a:p>
            <a:r>
              <a:rPr lang="en-US"/>
              <a:t>Object Storage là gì và cách thức hoạt động</a:t>
            </a:r>
          </a:p>
        </p:txBody>
      </p:sp>
      <p:pic>
        <p:nvPicPr>
          <p:cNvPr id="8" name="Content Placeholder 7" descr="Dữ liệu lớn, Điện toán đám mây, Chuỗi khối, Đám mây lai, Đa đám mây, web3, metaverse">
            <a:extLst>
              <a:ext uri="{FF2B5EF4-FFF2-40B4-BE49-F238E27FC236}">
                <a16:creationId xmlns:a16="http://schemas.microsoft.com/office/drawing/2014/main" id="{F138F5F6-4DA2-4401-81B9-2992D8728DB4}"/>
              </a:ext>
            </a:extLst>
          </p:cNvPr>
          <p:cNvPicPr>
            <a:picLocks noGrp="1" noChangeAspect="1"/>
          </p:cNvPicPr>
          <p:nvPr>
            <p:ph type="pic" sz="quarter" idx="13"/>
          </p:nvPr>
        </p:nvPicPr>
        <p:blipFill>
          <a:blip r:embed="rId3"/>
          <a:srcRect l="24535" r="7388" b="-1"/>
          <a:stretch>
            <a:fillRect/>
          </a:stretch>
        </p:blipFill>
        <p:spPr>
          <a:xfrm>
            <a:off x="20" y="1842182"/>
            <a:ext cx="5758152" cy="4546457"/>
          </a:xfrm>
        </p:spPr>
      </p:pic>
      <p:sp>
        <p:nvSpPr>
          <p:cNvPr id="4" name="Content Placeholder 3">
            <a:extLst>
              <a:ext uri="{FF2B5EF4-FFF2-40B4-BE49-F238E27FC236}">
                <a16:creationId xmlns:a16="http://schemas.microsoft.com/office/drawing/2014/main" id="{11253620-44D7-51EC-3CB5-316BFD5A3FE4}"/>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76142" y="377072"/>
            <a:ext cx="5558655" cy="5797484"/>
          </a:xfrm>
        </p:spPr>
        <p:txBody>
          <a:bodyPr>
            <a:normAutofit/>
          </a:bodyPr>
          <a:lstStyle/>
          <a:p>
            <a:pPr marL="0" indent="0">
              <a:spcBef>
                <a:spcPts val="2500"/>
              </a:spcBef>
              <a:buFont typeface="Arial" panose="020B0604020202020204" pitchFamily="34" charset="0"/>
              <a:buNone/>
            </a:pPr>
            <a:r>
              <a:rPr lang="vi-VN" sz="1400" b="1"/>
              <a:t>Khái niệm Object Storage</a:t>
            </a:r>
          </a:p>
          <a:p>
            <a:pPr marL="0" lvl="1" indent="0">
              <a:buFont typeface="Arial" panose="020B0604020202020204" pitchFamily="34" charset="0"/>
              <a:buNone/>
            </a:pPr>
            <a:r>
              <a:rPr lang="vi-VN" sz="1400"/>
              <a:t>Dữ liệu được lưu trữ dưới dạng các đối tượng độc lập gồm data, metadata và mã định danh duy nhất.</a:t>
            </a:r>
          </a:p>
          <a:p>
            <a:pPr marL="0" indent="0">
              <a:spcBef>
                <a:spcPts val="2500"/>
              </a:spcBef>
              <a:buFont typeface="Arial" panose="020B0604020202020204" pitchFamily="34" charset="0"/>
              <a:buNone/>
            </a:pPr>
            <a:r>
              <a:rPr lang="vi-VN" sz="1400" b="1"/>
              <a:t>Không gian tên phẳng</a:t>
            </a:r>
          </a:p>
          <a:p>
            <a:pPr marL="0" lvl="1" indent="0">
              <a:buFont typeface="Arial" panose="020B0604020202020204" pitchFamily="34" charset="0"/>
              <a:buNone/>
            </a:pPr>
            <a:r>
              <a:rPr lang="vi-VN" sz="1400"/>
              <a:t>Object Storage sử dụng không gian tên phẳng giúp quản lý hàng tỷ đối tượng mà không giảm hiệu suất.</a:t>
            </a:r>
          </a:p>
          <a:p>
            <a:pPr marL="0" indent="0">
              <a:spcBef>
                <a:spcPts val="2500"/>
              </a:spcBef>
              <a:buFont typeface="Arial" panose="020B0604020202020204" pitchFamily="34" charset="0"/>
              <a:buNone/>
            </a:pPr>
            <a:r>
              <a:rPr lang="vi-VN" sz="1400" b="1"/>
              <a:t>Khả năng mở rộng linh hoạt</a:t>
            </a:r>
          </a:p>
          <a:p>
            <a:pPr marL="0" lvl="1" indent="0">
              <a:buFont typeface="Arial" panose="020B0604020202020204" pitchFamily="34" charset="0"/>
              <a:buNone/>
            </a:pPr>
            <a:r>
              <a:rPr lang="vi-VN" sz="1400"/>
              <a:t>Kiến trúc scale-out cho phép thêm node lưu trữ để tăng dung lượng và hiệu suất không gián đoạn.</a:t>
            </a:r>
          </a:p>
          <a:p>
            <a:pPr marL="0" indent="0">
              <a:spcBef>
                <a:spcPts val="2500"/>
              </a:spcBef>
              <a:buFont typeface="Arial" panose="020B0604020202020204" pitchFamily="34" charset="0"/>
              <a:buNone/>
            </a:pPr>
            <a:r>
              <a:rPr lang="vi-VN" sz="1400" b="1"/>
              <a:t>Tích hợp và hiệu quả cao</a:t>
            </a:r>
          </a:p>
          <a:p>
            <a:pPr marL="0" lvl="1" indent="0">
              <a:buFont typeface="Arial" panose="020B0604020202020204" pitchFamily="34" charset="0"/>
              <a:buNone/>
            </a:pPr>
            <a:r>
              <a:rPr lang="vi-VN" sz="1400"/>
              <a:t>Truy cập qua API, metadata phong phú hỗ trợ tìm kiếm nâng cao và xử lý dữ liệu hiệu quả.</a:t>
            </a:r>
          </a:p>
        </p:txBody>
      </p:sp>
      <p:sp>
        <p:nvSpPr>
          <p:cNvPr id="5" name="Footer Placeholder 4">
            <a:extLst>
              <a:ext uri="{FF2B5EF4-FFF2-40B4-BE49-F238E27FC236}">
                <a16:creationId xmlns:a16="http://schemas.microsoft.com/office/drawing/2014/main" id="{D67CF53D-D59F-2A23-A7A0-FE9F491EA756}"/>
              </a:ext>
            </a:extLst>
          </p:cNvPr>
          <p:cNvSpPr>
            <a:spLocks noGrp="1"/>
          </p:cNvSpPr>
          <p:nvPr>
            <p:ph type="ftr" sz="quarter" idx="11"/>
          </p:nvPr>
        </p:nvSpPr>
        <p:spPr>
          <a:xfrm>
            <a:off x="457200" y="6445997"/>
            <a:ext cx="3949302" cy="365125"/>
          </a:xfrm>
        </p:spPr>
        <p:txBody>
          <a:bodyPr anchor="ctr">
            <a:normAutofit/>
          </a:bodyPr>
          <a:lstStyle/>
          <a:p>
            <a:pPr>
              <a:spcAft>
                <a:spcPts val="600"/>
              </a:spcAft>
            </a:pPr>
            <a:r>
              <a:rPr lang="en-US"/>
              <a:t>Sample Footer Text</a:t>
            </a:r>
          </a:p>
        </p:txBody>
      </p:sp>
      <p:sp>
        <p:nvSpPr>
          <p:cNvPr id="6" name="Date Placeholder 5">
            <a:extLst>
              <a:ext uri="{FF2B5EF4-FFF2-40B4-BE49-F238E27FC236}">
                <a16:creationId xmlns:a16="http://schemas.microsoft.com/office/drawing/2014/main" id="{01399059-8498-0532-7A14-460240CB6004}"/>
              </a:ext>
            </a:extLst>
          </p:cNvPr>
          <p:cNvSpPr>
            <a:spLocks noGrp="1"/>
          </p:cNvSpPr>
          <p:nvPr>
            <p:ph type="dt" sz="half" idx="10"/>
          </p:nvPr>
        </p:nvSpPr>
        <p:spPr>
          <a:xfrm>
            <a:off x="9737594" y="6445997"/>
            <a:ext cx="1842115" cy="365125"/>
          </a:xfrm>
        </p:spPr>
        <p:txBody>
          <a:bodyPr anchor="ctr">
            <a:normAutofit/>
          </a:bodyPr>
          <a:lstStyle/>
          <a:p>
            <a:pPr>
              <a:spcAft>
                <a:spcPts val="600"/>
              </a:spcAft>
            </a:pPr>
            <a:fld id="{B20F022F-161E-41B9-A1BC-CC85E43B1AF4}" type="datetime1">
              <a:rPr lang="en-US" smtClean="0"/>
              <a:pPr>
                <a:spcAft>
                  <a:spcPts val="600"/>
                </a:spcAft>
              </a:pPr>
              <a:t>3/4/2026</a:t>
            </a:fld>
            <a:endParaRPr lang="en-US"/>
          </a:p>
        </p:txBody>
      </p:sp>
      <p:sp>
        <p:nvSpPr>
          <p:cNvPr id="7" name="Slide Number Placeholder 6">
            <a:extLst>
              <a:ext uri="{FF2B5EF4-FFF2-40B4-BE49-F238E27FC236}">
                <a16:creationId xmlns:a16="http://schemas.microsoft.com/office/drawing/2014/main" id="{078184B4-8009-03B9-D5D4-BAC98BB14587}"/>
              </a:ext>
            </a:extLst>
          </p:cNvPr>
          <p:cNvSpPr>
            <a:spLocks noGrp="1"/>
          </p:cNvSpPr>
          <p:nvPr>
            <p:ph type="sldNum" sz="quarter" idx="12"/>
          </p:nvPr>
        </p:nvSpPr>
        <p:spPr>
          <a:xfrm>
            <a:off x="11734800" y="6445997"/>
            <a:ext cx="457200" cy="365125"/>
          </a:xfrm>
        </p:spPr>
        <p:txBody>
          <a:bodyPr anchor="ctr">
            <a:normAutofit/>
          </a:bodyPr>
          <a:lstStyle/>
          <a:p>
            <a:pPr>
              <a:spcAft>
                <a:spcPts val="600"/>
              </a:spcAft>
            </a:pPr>
            <a:fld id="{DDF60B60-82CA-4BB9-BA6E-A62FADF2374B}" type="slidenum">
              <a:rPr lang="en-US" smtClean="0"/>
              <a:pPr>
                <a:spcAft>
                  <a:spcPts val="600"/>
                </a:spcAft>
              </a:pPr>
              <a:t>4</a:t>
            </a:fld>
            <a:endParaRPr lang="en-US"/>
          </a:p>
        </p:txBody>
      </p:sp>
    </p:spTree>
    <p:extLst>
      <p:ext uri="{BB962C8B-B14F-4D97-AF65-F5344CB8AC3E}">
        <p14:creationId xmlns:p14="http://schemas.microsoft.com/office/powerpoint/2010/main" val="146428447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8C2034-B321-B054-AE0D-9B34BA279BE5}"/>
              </a:ext>
            </a:extLst>
          </p:cNvPr>
          <p:cNvSpPr>
            <a:spLocks noGrp="1"/>
          </p:cNvSpPr>
          <p:nvPr>
            <p:ph type="title"/>
          </p:nvPr>
        </p:nvSpPr>
        <p:spPr>
          <a:xfrm>
            <a:off x="457199" y="377072"/>
            <a:ext cx="4958078" cy="1225485"/>
          </a:xfrm>
        </p:spPr>
        <p:txBody>
          <a:bodyPr anchor="t">
            <a:normAutofit/>
          </a:bodyPr>
          <a:lstStyle/>
          <a:p>
            <a:r>
              <a:rPr lang="en-US"/>
              <a:t>Lợi thế chi phí của Object Storage</a:t>
            </a:r>
          </a:p>
        </p:txBody>
      </p:sp>
      <p:pic>
        <p:nvPicPr>
          <p:cNvPr id="8" name="Content Placeholder 7" descr="Phòng máy chủ trung tâm dữ liệu">
            <a:extLst>
              <a:ext uri="{FF2B5EF4-FFF2-40B4-BE49-F238E27FC236}">
                <a16:creationId xmlns:a16="http://schemas.microsoft.com/office/drawing/2014/main" id="{909685F0-CC02-4392-B2E9-DA11DF682537}"/>
              </a:ext>
            </a:extLst>
          </p:cNvPr>
          <p:cNvPicPr>
            <a:picLocks noGrp="1" noChangeAspect="1"/>
          </p:cNvPicPr>
          <p:nvPr>
            <p:ph type="pic" sz="quarter" idx="13"/>
          </p:nvPr>
        </p:nvPicPr>
        <p:blipFill>
          <a:blip r:embed="rId3"/>
          <a:srcRect l="1134" r="35540" b="-1"/>
          <a:stretch>
            <a:fillRect/>
          </a:stretch>
        </p:blipFill>
        <p:spPr>
          <a:xfrm>
            <a:off x="20" y="1842182"/>
            <a:ext cx="5758152" cy="4546457"/>
          </a:xfrm>
        </p:spPr>
      </p:pic>
      <p:sp>
        <p:nvSpPr>
          <p:cNvPr id="4" name="Content Placeholder 3">
            <a:extLst>
              <a:ext uri="{FF2B5EF4-FFF2-40B4-BE49-F238E27FC236}">
                <a16:creationId xmlns:a16="http://schemas.microsoft.com/office/drawing/2014/main" id="{5740A0A7-4C9A-2AD6-1C92-18F34BCF2E42}"/>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76142" y="377072"/>
            <a:ext cx="5558655" cy="5797484"/>
          </a:xfrm>
        </p:spPr>
        <p:txBody>
          <a:bodyPr>
            <a:normAutofit/>
          </a:bodyPr>
          <a:lstStyle/>
          <a:p>
            <a:pPr marL="0" indent="0">
              <a:spcBef>
                <a:spcPts val="2500"/>
              </a:spcBef>
              <a:buFont typeface="Arial" panose="020B0604020202020204" pitchFamily="34" charset="0"/>
              <a:buNone/>
            </a:pPr>
            <a:r>
              <a:rPr lang="vi-VN" sz="1400" b="1"/>
              <a:t>Tiết kiệm chi phí HDD</a:t>
            </a:r>
          </a:p>
          <a:p>
            <a:pPr marL="0" lvl="1" indent="0">
              <a:buFont typeface="Arial" panose="020B0604020202020204" pitchFamily="34" charset="0"/>
              <a:buNone/>
            </a:pPr>
            <a:r>
              <a:rPr lang="vi-VN" sz="1400"/>
              <a:t>Object Storage tận dụng ổ cứng dung lượng lớn giúp giảm chi phí trên mỗi terabyte so với SSD truyền thống.</a:t>
            </a:r>
          </a:p>
          <a:p>
            <a:pPr marL="0" indent="0">
              <a:spcBef>
                <a:spcPts val="2500"/>
              </a:spcBef>
              <a:buFont typeface="Arial" panose="020B0604020202020204" pitchFamily="34" charset="0"/>
              <a:buNone/>
            </a:pPr>
            <a:r>
              <a:rPr lang="vi-VN" sz="1400" b="1"/>
              <a:t>Khả năng mở rộng quy mô</a:t>
            </a:r>
          </a:p>
          <a:p>
            <a:pPr marL="0" lvl="1" indent="0">
              <a:buFont typeface="Arial" panose="020B0604020202020204" pitchFamily="34" charset="0"/>
              <a:buNone/>
            </a:pPr>
            <a:r>
              <a:rPr lang="vi-VN" sz="1400"/>
              <a:t>Mô hình scale-out của Object Storage cho phép mở rộng quy mô lưu trữ linh hoạt, đáp ứng nhu cầu tăng trưởng dữ liệu.</a:t>
            </a:r>
          </a:p>
          <a:p>
            <a:pPr marL="0" indent="0">
              <a:spcBef>
                <a:spcPts val="2500"/>
              </a:spcBef>
              <a:buFont typeface="Arial" panose="020B0604020202020204" pitchFamily="34" charset="0"/>
              <a:buNone/>
            </a:pPr>
            <a:r>
              <a:rPr lang="vi-VN" sz="1400" b="1"/>
              <a:t>Giảm chi phí vận hành</a:t>
            </a:r>
          </a:p>
          <a:p>
            <a:pPr marL="0" lvl="1" indent="0">
              <a:buFont typeface="Arial" panose="020B0604020202020204" pitchFamily="34" charset="0"/>
              <a:buNone/>
            </a:pPr>
            <a:r>
              <a:rPr lang="vi-VN" sz="1400"/>
              <a:t>Object Storage giảm chi phí mở rộng, nâng cấp và downtime nhờ kiến trúc tối ưu và lưu trữ phân cấp tự động.</a:t>
            </a:r>
          </a:p>
          <a:p>
            <a:pPr marL="0" indent="0">
              <a:spcBef>
                <a:spcPts val="2500"/>
              </a:spcBef>
              <a:buFont typeface="Arial" panose="020B0604020202020204" pitchFamily="34" charset="0"/>
              <a:buNone/>
            </a:pPr>
            <a:r>
              <a:rPr lang="vi-VN" sz="1400" b="1"/>
              <a:t>Tối ưu dung lượng và an toàn</a:t>
            </a:r>
          </a:p>
          <a:p>
            <a:pPr marL="0" lvl="1" indent="0">
              <a:buFont typeface="Arial" panose="020B0604020202020204" pitchFamily="34" charset="0"/>
              <a:buNone/>
            </a:pPr>
            <a:r>
              <a:rPr lang="vi-VN" sz="1400"/>
              <a:t>Cơ chế erasure coding giúp giảm dung lượng dư thừa so với RAID nhưng vẫn đảm bảo an toàn dữ liệu cao.</a:t>
            </a:r>
          </a:p>
        </p:txBody>
      </p:sp>
      <p:sp>
        <p:nvSpPr>
          <p:cNvPr id="5" name="Footer Placeholder 4">
            <a:extLst>
              <a:ext uri="{FF2B5EF4-FFF2-40B4-BE49-F238E27FC236}">
                <a16:creationId xmlns:a16="http://schemas.microsoft.com/office/drawing/2014/main" id="{FA064388-29F8-881E-A772-4119F4E58E23}"/>
              </a:ext>
            </a:extLst>
          </p:cNvPr>
          <p:cNvSpPr>
            <a:spLocks noGrp="1"/>
          </p:cNvSpPr>
          <p:nvPr>
            <p:ph type="ftr" sz="quarter" idx="11"/>
          </p:nvPr>
        </p:nvSpPr>
        <p:spPr>
          <a:xfrm>
            <a:off x="457200" y="6445997"/>
            <a:ext cx="3949302" cy="365125"/>
          </a:xfrm>
        </p:spPr>
        <p:txBody>
          <a:bodyPr anchor="ctr">
            <a:normAutofit/>
          </a:bodyPr>
          <a:lstStyle/>
          <a:p>
            <a:pPr>
              <a:spcAft>
                <a:spcPts val="600"/>
              </a:spcAft>
            </a:pPr>
            <a:r>
              <a:rPr lang="en-US"/>
              <a:t>Sample Footer Text</a:t>
            </a:r>
          </a:p>
        </p:txBody>
      </p:sp>
      <p:sp>
        <p:nvSpPr>
          <p:cNvPr id="6" name="Date Placeholder 5">
            <a:extLst>
              <a:ext uri="{FF2B5EF4-FFF2-40B4-BE49-F238E27FC236}">
                <a16:creationId xmlns:a16="http://schemas.microsoft.com/office/drawing/2014/main" id="{615F961D-6873-CDA7-A151-3F9EC0B366CD}"/>
              </a:ext>
            </a:extLst>
          </p:cNvPr>
          <p:cNvSpPr>
            <a:spLocks noGrp="1"/>
          </p:cNvSpPr>
          <p:nvPr>
            <p:ph type="dt" sz="half" idx="10"/>
          </p:nvPr>
        </p:nvSpPr>
        <p:spPr>
          <a:xfrm>
            <a:off x="9737594" y="6445997"/>
            <a:ext cx="1842115" cy="365125"/>
          </a:xfrm>
        </p:spPr>
        <p:txBody>
          <a:bodyPr anchor="ctr">
            <a:normAutofit/>
          </a:bodyPr>
          <a:lstStyle/>
          <a:p>
            <a:pPr>
              <a:spcAft>
                <a:spcPts val="600"/>
              </a:spcAft>
            </a:pPr>
            <a:fld id="{B20F022F-161E-41B9-A1BC-CC85E43B1AF4}" type="datetime1">
              <a:rPr lang="en-US" smtClean="0"/>
              <a:pPr>
                <a:spcAft>
                  <a:spcPts val="600"/>
                </a:spcAft>
              </a:pPr>
              <a:t>3/4/2026</a:t>
            </a:fld>
            <a:endParaRPr lang="en-US"/>
          </a:p>
        </p:txBody>
      </p:sp>
      <p:sp>
        <p:nvSpPr>
          <p:cNvPr id="7" name="Slide Number Placeholder 6">
            <a:extLst>
              <a:ext uri="{FF2B5EF4-FFF2-40B4-BE49-F238E27FC236}">
                <a16:creationId xmlns:a16="http://schemas.microsoft.com/office/drawing/2014/main" id="{FBC710B8-D20A-8DF0-9848-CBBAE4C80A28}"/>
              </a:ext>
            </a:extLst>
          </p:cNvPr>
          <p:cNvSpPr>
            <a:spLocks noGrp="1"/>
          </p:cNvSpPr>
          <p:nvPr>
            <p:ph type="sldNum" sz="quarter" idx="12"/>
          </p:nvPr>
        </p:nvSpPr>
        <p:spPr>
          <a:xfrm>
            <a:off x="11734800" y="6445997"/>
            <a:ext cx="457200" cy="365125"/>
          </a:xfrm>
        </p:spPr>
        <p:txBody>
          <a:bodyPr anchor="ctr">
            <a:normAutofit/>
          </a:bodyPr>
          <a:lstStyle/>
          <a:p>
            <a:pPr>
              <a:spcAft>
                <a:spcPts val="600"/>
              </a:spcAft>
            </a:pPr>
            <a:fld id="{DDF60B60-82CA-4BB9-BA6E-A62FADF2374B}" type="slidenum">
              <a:rPr lang="en-US" smtClean="0"/>
              <a:pPr>
                <a:spcAft>
                  <a:spcPts val="600"/>
                </a:spcAft>
              </a:pPr>
              <a:t>5</a:t>
            </a:fld>
            <a:endParaRPr lang="en-US"/>
          </a:p>
        </p:txBody>
      </p:sp>
    </p:spTree>
    <p:extLst>
      <p:ext uri="{BB962C8B-B14F-4D97-AF65-F5344CB8AC3E}">
        <p14:creationId xmlns:p14="http://schemas.microsoft.com/office/powerpoint/2010/main" val="367168511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04E107-64BE-25D6-D37C-2C8AE08662A9}"/>
              </a:ext>
            </a:extLst>
          </p:cNvPr>
          <p:cNvSpPr>
            <a:spLocks noGrp="1"/>
          </p:cNvSpPr>
          <p:nvPr>
            <p:ph type="title"/>
          </p:nvPr>
        </p:nvSpPr>
        <p:spPr>
          <a:xfrm>
            <a:off x="457200" y="2968607"/>
            <a:ext cx="8932653" cy="3450568"/>
          </a:xfrm>
        </p:spPr>
        <p:txBody>
          <a:bodyPr anchor="b">
            <a:normAutofit/>
          </a:bodyPr>
          <a:lstStyle/>
          <a:p>
            <a:r>
              <a:rPr lang="en-US"/>
              <a:t>Ứng dụng của Object Storage</a:t>
            </a:r>
          </a:p>
        </p:txBody>
      </p:sp>
      <p:sp>
        <p:nvSpPr>
          <p:cNvPr id="4" name="Footer Placeholder 3">
            <a:extLst>
              <a:ext uri="{FF2B5EF4-FFF2-40B4-BE49-F238E27FC236}">
                <a16:creationId xmlns:a16="http://schemas.microsoft.com/office/drawing/2014/main" id="{4C535121-174C-EFFF-FE1D-A4298A46818D}"/>
              </a:ext>
            </a:extLst>
          </p:cNvPr>
          <p:cNvSpPr>
            <a:spLocks noGrp="1"/>
          </p:cNvSpPr>
          <p:nvPr>
            <p:ph type="ftr" sz="quarter" idx="11"/>
          </p:nvPr>
        </p:nvSpPr>
        <p:spPr>
          <a:xfrm>
            <a:off x="457200" y="6445997"/>
            <a:ext cx="3751081" cy="365125"/>
          </a:xfrm>
        </p:spPr>
        <p:txBody>
          <a:bodyPr anchor="ctr">
            <a:normAutofit/>
          </a:bodyPr>
          <a:lstStyle/>
          <a:p>
            <a:pPr>
              <a:spcAft>
                <a:spcPts val="600"/>
              </a:spcAft>
            </a:pPr>
            <a:r>
              <a:rPr lang="en-US"/>
              <a:t>Sample Footer Text</a:t>
            </a:r>
          </a:p>
        </p:txBody>
      </p:sp>
      <p:sp>
        <p:nvSpPr>
          <p:cNvPr id="5" name="Date Placeholder 4">
            <a:extLst>
              <a:ext uri="{FF2B5EF4-FFF2-40B4-BE49-F238E27FC236}">
                <a16:creationId xmlns:a16="http://schemas.microsoft.com/office/drawing/2014/main" id="{EC76027D-664F-0C98-4219-EF6A25CB0FF1}"/>
              </a:ext>
            </a:extLst>
          </p:cNvPr>
          <p:cNvSpPr>
            <a:spLocks noGrp="1"/>
          </p:cNvSpPr>
          <p:nvPr>
            <p:ph type="dt" sz="half" idx="10"/>
          </p:nvPr>
        </p:nvSpPr>
        <p:spPr>
          <a:xfrm>
            <a:off x="9737594" y="6445997"/>
            <a:ext cx="1842115" cy="365125"/>
          </a:xfrm>
        </p:spPr>
        <p:txBody>
          <a:bodyPr anchor="ctr">
            <a:normAutofit/>
          </a:bodyPr>
          <a:lstStyle/>
          <a:p>
            <a:pPr>
              <a:spcAft>
                <a:spcPts val="600"/>
              </a:spcAft>
            </a:pPr>
            <a:fld id="{8A278C13-F8B8-4237-9811-6A882F130BDA}" type="datetime1">
              <a:rPr lang="en-US" smtClean="0"/>
              <a:pPr>
                <a:spcAft>
                  <a:spcPts val="600"/>
                </a:spcAft>
              </a:pPr>
              <a:t>3/4/2026</a:t>
            </a:fld>
            <a:endParaRPr lang="en-US"/>
          </a:p>
        </p:txBody>
      </p:sp>
      <p:sp>
        <p:nvSpPr>
          <p:cNvPr id="6" name="Slide Number Placeholder 5">
            <a:extLst>
              <a:ext uri="{FF2B5EF4-FFF2-40B4-BE49-F238E27FC236}">
                <a16:creationId xmlns:a16="http://schemas.microsoft.com/office/drawing/2014/main" id="{423C263D-8B83-AAFA-9DFA-AF4816369D2A}"/>
              </a:ext>
            </a:extLst>
          </p:cNvPr>
          <p:cNvSpPr>
            <a:spLocks noGrp="1"/>
          </p:cNvSpPr>
          <p:nvPr>
            <p:ph type="sldNum" sz="quarter" idx="12"/>
          </p:nvPr>
        </p:nvSpPr>
        <p:spPr>
          <a:xfrm>
            <a:off x="11734800" y="6445997"/>
            <a:ext cx="457200" cy="365125"/>
          </a:xfrm>
        </p:spPr>
        <p:txBody>
          <a:bodyPr anchor="ctr">
            <a:normAutofit/>
          </a:bodyPr>
          <a:lstStyle/>
          <a:p>
            <a:pPr>
              <a:spcAft>
                <a:spcPts val="600"/>
              </a:spcAft>
            </a:pPr>
            <a:fld id="{DDF60B60-82CA-4BB9-BA6E-A62FADF2374B}" type="slidenum">
              <a:rPr lang="en-US" smtClean="0"/>
              <a:pPr>
                <a:spcAft>
                  <a:spcPts val="600"/>
                </a:spcAft>
              </a:pPr>
              <a:t>6</a:t>
            </a:fld>
            <a:endParaRPr lang="en-US"/>
          </a:p>
        </p:txBody>
      </p:sp>
    </p:spTree>
    <p:extLst>
      <p:ext uri="{BB962C8B-B14F-4D97-AF65-F5344CB8AC3E}">
        <p14:creationId xmlns:p14="http://schemas.microsoft.com/office/powerpoint/2010/main" val="99410673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3547D1-90ED-982A-B0BA-4C5DD35038C4}"/>
              </a:ext>
            </a:extLst>
          </p:cNvPr>
          <p:cNvSpPr>
            <a:spLocks noGrp="1"/>
          </p:cNvSpPr>
          <p:nvPr>
            <p:ph type="title"/>
          </p:nvPr>
        </p:nvSpPr>
        <p:spPr>
          <a:xfrm>
            <a:off x="457199" y="377072"/>
            <a:ext cx="4958078" cy="1225485"/>
          </a:xfrm>
        </p:spPr>
        <p:txBody>
          <a:bodyPr anchor="t">
            <a:normAutofit/>
          </a:bodyPr>
          <a:lstStyle/>
          <a:p>
            <a:r>
              <a:rPr lang="en-US"/>
              <a:t>Ứng dụng trong AI và phân tích dữ liệu</a:t>
            </a:r>
          </a:p>
        </p:txBody>
      </p:sp>
      <p:pic>
        <p:nvPicPr>
          <p:cNvPr id="8" name="Content Placeholder 7" descr="Nền trừu tượng kỹ thuật số, Nền trừu tượng trí tuệ nhân tạo AI">
            <a:extLst>
              <a:ext uri="{FF2B5EF4-FFF2-40B4-BE49-F238E27FC236}">
                <a16:creationId xmlns:a16="http://schemas.microsoft.com/office/drawing/2014/main" id="{0FB66C7E-CD9B-4CDB-9AEA-C55F2E3CBAA4}"/>
              </a:ext>
            </a:extLst>
          </p:cNvPr>
          <p:cNvPicPr>
            <a:picLocks noGrp="1" noChangeAspect="1"/>
          </p:cNvPicPr>
          <p:nvPr>
            <p:ph type="pic" sz="quarter" idx="13"/>
          </p:nvPr>
        </p:nvPicPr>
        <p:blipFill>
          <a:blip r:embed="rId3"/>
          <a:srcRect l="6928" r="21829" b="-2"/>
          <a:stretch>
            <a:fillRect/>
          </a:stretch>
        </p:blipFill>
        <p:spPr>
          <a:xfrm>
            <a:off x="20" y="1842182"/>
            <a:ext cx="5758152" cy="4546457"/>
          </a:xfrm>
        </p:spPr>
      </p:pic>
      <p:sp>
        <p:nvSpPr>
          <p:cNvPr id="4" name="Content Placeholder 3">
            <a:extLst>
              <a:ext uri="{FF2B5EF4-FFF2-40B4-BE49-F238E27FC236}">
                <a16:creationId xmlns:a16="http://schemas.microsoft.com/office/drawing/2014/main" id="{1E9191EF-169C-A8FC-0A35-2911058A5211}"/>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76142" y="377072"/>
            <a:ext cx="5558655" cy="5797484"/>
          </a:xfrm>
        </p:spPr>
        <p:txBody>
          <a:bodyPr>
            <a:normAutofit/>
          </a:bodyPr>
          <a:lstStyle/>
          <a:p>
            <a:pPr marL="0" indent="0">
              <a:spcBef>
                <a:spcPts val="2500"/>
              </a:spcBef>
              <a:buFont typeface="Arial" panose="020B0604020202020204" pitchFamily="34" charset="0"/>
              <a:buNone/>
            </a:pPr>
            <a:r>
              <a:rPr lang="vi-VN" sz="1400" b="1"/>
              <a:t>Lưu trữ dữ liệu lớn</a:t>
            </a:r>
          </a:p>
          <a:p>
            <a:pPr marL="0" lvl="1" indent="0">
              <a:buFont typeface="Arial" panose="020B0604020202020204" pitchFamily="34" charset="0"/>
              <a:buNone/>
            </a:pPr>
            <a:r>
              <a:rPr lang="vi-VN" sz="1400"/>
              <a:t>Object Storage cung cấp khả năng lưu trữ dữ liệu khổng lồ cho các mô hình AI và data lake với tốc độ truy cập ổn định.</a:t>
            </a:r>
          </a:p>
          <a:p>
            <a:pPr marL="0" indent="0">
              <a:spcBef>
                <a:spcPts val="2500"/>
              </a:spcBef>
              <a:buFont typeface="Arial" panose="020B0604020202020204" pitchFamily="34" charset="0"/>
              <a:buNone/>
            </a:pPr>
            <a:r>
              <a:rPr lang="vi-VN" sz="1400" b="1"/>
              <a:t>Xử lý song song hiệu quả</a:t>
            </a:r>
          </a:p>
          <a:p>
            <a:pPr marL="0" lvl="1" indent="0">
              <a:buFont typeface="Arial" panose="020B0604020202020204" pitchFamily="34" charset="0"/>
              <a:buNone/>
            </a:pPr>
            <a:r>
              <a:rPr lang="vi-VN" sz="1400"/>
              <a:t>Hệ thống cho phép phân phối dữ liệu hiệu quả tới các cụm GPU, giảm nghẽn cổ chai khi huấn luyện AI.</a:t>
            </a:r>
          </a:p>
          <a:p>
            <a:pPr marL="0" indent="0">
              <a:spcBef>
                <a:spcPts val="2500"/>
              </a:spcBef>
              <a:buFont typeface="Arial" panose="020B0604020202020204" pitchFamily="34" charset="0"/>
              <a:buNone/>
            </a:pPr>
            <a:r>
              <a:rPr lang="vi-VN" sz="1400" b="1"/>
              <a:t>Tối ưu chi phí lưu trữ</a:t>
            </a:r>
          </a:p>
          <a:p>
            <a:pPr marL="0" lvl="1" indent="0">
              <a:buFont typeface="Arial" panose="020B0604020202020204" pitchFamily="34" charset="0"/>
              <a:buNone/>
            </a:pPr>
            <a:r>
              <a:rPr lang="vi-VN" sz="1400"/>
              <a:t>Object Storage cung cấp dung lượng lớn với chi phí thấp, giúp doanh nghiệp quản lý chi phí cho AI và machine learning.</a:t>
            </a:r>
          </a:p>
          <a:p>
            <a:pPr marL="0" indent="0">
              <a:spcBef>
                <a:spcPts val="2500"/>
              </a:spcBef>
              <a:buFont typeface="Arial" panose="020B0604020202020204" pitchFamily="34" charset="0"/>
              <a:buNone/>
            </a:pPr>
            <a:r>
              <a:rPr lang="vi-VN" sz="1400" b="1"/>
              <a:t>Tích hợp và mở rộng linh hoạt</a:t>
            </a:r>
          </a:p>
          <a:p>
            <a:pPr marL="0" lvl="1" indent="0">
              <a:buFont typeface="Arial" panose="020B0604020202020204" pitchFamily="34" charset="0"/>
              <a:buNone/>
            </a:pPr>
            <a:r>
              <a:rPr lang="vi-VN" sz="1400"/>
              <a:t>Khả năng tích hợp API giúp kết nối dễ dàng với các hệ thống analytics như Spark, Hadoop và nền tảng AI doanh nghiệp.</a:t>
            </a:r>
          </a:p>
        </p:txBody>
      </p:sp>
      <p:sp>
        <p:nvSpPr>
          <p:cNvPr id="5" name="Footer Placeholder 4">
            <a:extLst>
              <a:ext uri="{FF2B5EF4-FFF2-40B4-BE49-F238E27FC236}">
                <a16:creationId xmlns:a16="http://schemas.microsoft.com/office/drawing/2014/main" id="{1F895585-2275-B833-1FA8-53204FC73C65}"/>
              </a:ext>
            </a:extLst>
          </p:cNvPr>
          <p:cNvSpPr>
            <a:spLocks noGrp="1"/>
          </p:cNvSpPr>
          <p:nvPr>
            <p:ph type="ftr" sz="quarter" idx="11"/>
          </p:nvPr>
        </p:nvSpPr>
        <p:spPr>
          <a:xfrm>
            <a:off x="457200" y="6445997"/>
            <a:ext cx="3949302" cy="365125"/>
          </a:xfrm>
        </p:spPr>
        <p:txBody>
          <a:bodyPr anchor="ctr">
            <a:normAutofit/>
          </a:bodyPr>
          <a:lstStyle/>
          <a:p>
            <a:pPr>
              <a:spcAft>
                <a:spcPts val="600"/>
              </a:spcAft>
            </a:pPr>
            <a:r>
              <a:rPr lang="en-US"/>
              <a:t>Sample Footer Text</a:t>
            </a:r>
          </a:p>
        </p:txBody>
      </p:sp>
      <p:sp>
        <p:nvSpPr>
          <p:cNvPr id="6" name="Date Placeholder 5">
            <a:extLst>
              <a:ext uri="{FF2B5EF4-FFF2-40B4-BE49-F238E27FC236}">
                <a16:creationId xmlns:a16="http://schemas.microsoft.com/office/drawing/2014/main" id="{2514DEDD-F732-4D2C-F3B1-60B53D4568C7}"/>
              </a:ext>
            </a:extLst>
          </p:cNvPr>
          <p:cNvSpPr>
            <a:spLocks noGrp="1"/>
          </p:cNvSpPr>
          <p:nvPr>
            <p:ph type="dt" sz="half" idx="10"/>
          </p:nvPr>
        </p:nvSpPr>
        <p:spPr>
          <a:xfrm>
            <a:off x="9737594" y="6445997"/>
            <a:ext cx="1842115" cy="365125"/>
          </a:xfrm>
        </p:spPr>
        <p:txBody>
          <a:bodyPr anchor="ctr">
            <a:normAutofit/>
          </a:bodyPr>
          <a:lstStyle/>
          <a:p>
            <a:pPr>
              <a:spcAft>
                <a:spcPts val="600"/>
              </a:spcAft>
            </a:pPr>
            <a:fld id="{B20F022F-161E-41B9-A1BC-CC85E43B1AF4}" type="datetime1">
              <a:rPr lang="en-US" smtClean="0"/>
              <a:pPr>
                <a:spcAft>
                  <a:spcPts val="600"/>
                </a:spcAft>
              </a:pPr>
              <a:t>3/4/2026</a:t>
            </a:fld>
            <a:endParaRPr lang="en-US"/>
          </a:p>
        </p:txBody>
      </p:sp>
      <p:sp>
        <p:nvSpPr>
          <p:cNvPr id="7" name="Slide Number Placeholder 6">
            <a:extLst>
              <a:ext uri="{FF2B5EF4-FFF2-40B4-BE49-F238E27FC236}">
                <a16:creationId xmlns:a16="http://schemas.microsoft.com/office/drawing/2014/main" id="{FDD4F792-65E2-3DF1-C3C3-CABD11F8DA4C}"/>
              </a:ext>
            </a:extLst>
          </p:cNvPr>
          <p:cNvSpPr>
            <a:spLocks noGrp="1"/>
          </p:cNvSpPr>
          <p:nvPr>
            <p:ph type="sldNum" sz="quarter" idx="12"/>
          </p:nvPr>
        </p:nvSpPr>
        <p:spPr>
          <a:xfrm>
            <a:off x="11734800" y="6445997"/>
            <a:ext cx="457200" cy="365125"/>
          </a:xfrm>
        </p:spPr>
        <p:txBody>
          <a:bodyPr anchor="ctr">
            <a:normAutofit/>
          </a:bodyPr>
          <a:lstStyle/>
          <a:p>
            <a:pPr>
              <a:spcAft>
                <a:spcPts val="600"/>
              </a:spcAft>
            </a:pPr>
            <a:fld id="{DDF60B60-82CA-4BB9-BA6E-A62FADF2374B}" type="slidenum">
              <a:rPr lang="en-US" smtClean="0"/>
              <a:pPr>
                <a:spcAft>
                  <a:spcPts val="600"/>
                </a:spcAft>
              </a:pPr>
              <a:t>7</a:t>
            </a:fld>
            <a:endParaRPr lang="en-US"/>
          </a:p>
        </p:txBody>
      </p:sp>
    </p:spTree>
    <p:extLst>
      <p:ext uri="{BB962C8B-B14F-4D97-AF65-F5344CB8AC3E}">
        <p14:creationId xmlns:p14="http://schemas.microsoft.com/office/powerpoint/2010/main" val="18095458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92A0DA-A71B-8F84-7AB8-82230DEBDE5C}"/>
              </a:ext>
            </a:extLst>
          </p:cNvPr>
          <p:cNvSpPr>
            <a:spLocks noGrp="1"/>
          </p:cNvSpPr>
          <p:nvPr>
            <p:ph type="title"/>
          </p:nvPr>
        </p:nvSpPr>
        <p:spPr>
          <a:xfrm>
            <a:off x="457199" y="377072"/>
            <a:ext cx="4958078" cy="1225485"/>
          </a:xfrm>
        </p:spPr>
        <p:txBody>
          <a:bodyPr anchor="t">
            <a:normAutofit/>
          </a:bodyPr>
          <a:lstStyle/>
          <a:p>
            <a:r>
              <a:rPr lang="en-US"/>
              <a:t>Ứng dụng trong backup, archive và camera</a:t>
            </a:r>
          </a:p>
        </p:txBody>
      </p:sp>
      <p:pic>
        <p:nvPicPr>
          <p:cNvPr id="8" name="Content Placeholder 7" descr="Đám mây với các thư mục trên màn hình kỹ thuật số">
            <a:extLst>
              <a:ext uri="{FF2B5EF4-FFF2-40B4-BE49-F238E27FC236}">
                <a16:creationId xmlns:a16="http://schemas.microsoft.com/office/drawing/2014/main" id="{97BE13D5-EFCE-4CAC-BF5A-A444194F7157}"/>
              </a:ext>
            </a:extLst>
          </p:cNvPr>
          <p:cNvPicPr>
            <a:picLocks noGrp="1" noChangeAspect="1"/>
          </p:cNvPicPr>
          <p:nvPr>
            <p:ph type="pic" sz="quarter" idx="13"/>
          </p:nvPr>
        </p:nvPicPr>
        <p:blipFill>
          <a:blip r:embed="rId3"/>
          <a:stretch/>
        </p:blipFill>
        <p:spPr>
          <a:xfrm>
            <a:off x="0" y="2193621"/>
            <a:ext cx="5758172" cy="3843579"/>
          </a:xfrm>
        </p:spPr>
      </p:pic>
      <p:sp>
        <p:nvSpPr>
          <p:cNvPr id="4" name="Content Placeholder 3">
            <a:extLst>
              <a:ext uri="{FF2B5EF4-FFF2-40B4-BE49-F238E27FC236}">
                <a16:creationId xmlns:a16="http://schemas.microsoft.com/office/drawing/2014/main" id="{30B631FA-7C03-ECD4-41EB-52A50515738C}"/>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76142" y="377072"/>
            <a:ext cx="5558655" cy="5797484"/>
          </a:xfrm>
        </p:spPr>
        <p:txBody>
          <a:bodyPr>
            <a:normAutofit/>
          </a:bodyPr>
          <a:lstStyle/>
          <a:p>
            <a:pPr marL="0" indent="0">
              <a:spcBef>
                <a:spcPts val="2500"/>
              </a:spcBef>
              <a:buFont typeface="Arial" panose="020B0604020202020204" pitchFamily="34" charset="0"/>
              <a:buNone/>
            </a:pPr>
            <a:r>
              <a:rPr lang="vi-VN" sz="1400" b="1"/>
              <a:t>Lưu trữ backup và archive</a:t>
            </a:r>
          </a:p>
          <a:p>
            <a:pPr marL="0" lvl="1" indent="0">
              <a:buFont typeface="Arial" panose="020B0604020202020204" pitchFamily="34" charset="0"/>
              <a:buNone/>
            </a:pPr>
            <a:r>
              <a:rPr lang="vi-VN" sz="1400"/>
              <a:t>Object Storage phù hợp cho backup dài hạn và archive nhờ chi phí thấp và khả năng mở rộng linh hoạt.</a:t>
            </a:r>
          </a:p>
          <a:p>
            <a:pPr marL="0" indent="0">
              <a:spcBef>
                <a:spcPts val="2500"/>
              </a:spcBef>
              <a:buFont typeface="Arial" panose="020B0604020202020204" pitchFamily="34" charset="0"/>
              <a:buNone/>
            </a:pPr>
            <a:r>
              <a:rPr lang="vi-VN" sz="1400" b="1"/>
              <a:t>Lưu trữ video camera AI</a:t>
            </a:r>
          </a:p>
          <a:p>
            <a:pPr marL="0" lvl="1" indent="0">
              <a:buFont typeface="Arial" panose="020B0604020202020204" pitchFamily="34" charset="0"/>
              <a:buNone/>
            </a:pPr>
            <a:r>
              <a:rPr lang="vi-VN" sz="1400"/>
              <a:t>Object Storage giúp quản lý lượng lớn video liên tục từ hệ thống camera AI với hiệu suất cao.</a:t>
            </a:r>
          </a:p>
          <a:p>
            <a:pPr marL="0" indent="0">
              <a:spcBef>
                <a:spcPts val="2500"/>
              </a:spcBef>
              <a:buFont typeface="Arial" panose="020B0604020202020204" pitchFamily="34" charset="0"/>
              <a:buNone/>
            </a:pPr>
            <a:r>
              <a:rPr lang="vi-VN" sz="1400" b="1"/>
              <a:t>Quản lý dữ liệu IoT theo thời gian thực</a:t>
            </a:r>
          </a:p>
          <a:p>
            <a:pPr marL="0" lvl="1" indent="0">
              <a:buFont typeface="Arial" panose="020B0604020202020204" pitchFamily="34" charset="0"/>
              <a:buNone/>
            </a:pPr>
            <a:r>
              <a:rPr lang="vi-VN" sz="1400"/>
              <a:t>Object Storage mở rộng linh hoạt để lưu trữ lượng lớn log và dữ liệu cảm biến IoT theo thời gian thực.</a:t>
            </a:r>
          </a:p>
          <a:p>
            <a:pPr marL="0" indent="0">
              <a:spcBef>
                <a:spcPts val="2500"/>
              </a:spcBef>
              <a:buFont typeface="Arial" panose="020B0604020202020204" pitchFamily="34" charset="0"/>
              <a:buNone/>
            </a:pPr>
            <a:r>
              <a:rPr lang="vi-VN" sz="1400" b="1"/>
              <a:t>Phân cấp lưu trữ tối ưu chi phí</a:t>
            </a:r>
          </a:p>
          <a:p>
            <a:pPr marL="0" lvl="1" indent="0">
              <a:buFont typeface="Arial" panose="020B0604020202020204" pitchFamily="34" charset="0"/>
              <a:buNone/>
            </a:pPr>
            <a:r>
              <a:rPr lang="vi-VN" sz="1400"/>
              <a:t>Dữ liệu ít truy cập được tự động chuyển sang lớp lưu trữ giá rẻ để giảm chi phí vận hành.</a:t>
            </a:r>
          </a:p>
        </p:txBody>
      </p:sp>
      <p:sp>
        <p:nvSpPr>
          <p:cNvPr id="5" name="Footer Placeholder 4">
            <a:extLst>
              <a:ext uri="{FF2B5EF4-FFF2-40B4-BE49-F238E27FC236}">
                <a16:creationId xmlns:a16="http://schemas.microsoft.com/office/drawing/2014/main" id="{D5D1A17F-D790-4998-ABDE-B170E82FFF70}"/>
              </a:ext>
            </a:extLst>
          </p:cNvPr>
          <p:cNvSpPr>
            <a:spLocks noGrp="1"/>
          </p:cNvSpPr>
          <p:nvPr>
            <p:ph type="ftr" sz="quarter" idx="11"/>
          </p:nvPr>
        </p:nvSpPr>
        <p:spPr>
          <a:xfrm>
            <a:off x="457200" y="6445997"/>
            <a:ext cx="3949302" cy="365125"/>
          </a:xfrm>
        </p:spPr>
        <p:txBody>
          <a:bodyPr anchor="ctr">
            <a:normAutofit/>
          </a:bodyPr>
          <a:lstStyle/>
          <a:p>
            <a:pPr>
              <a:spcAft>
                <a:spcPts val="600"/>
              </a:spcAft>
            </a:pPr>
            <a:r>
              <a:rPr lang="en-US"/>
              <a:t>Sample Footer Text</a:t>
            </a:r>
          </a:p>
        </p:txBody>
      </p:sp>
      <p:sp>
        <p:nvSpPr>
          <p:cNvPr id="6" name="Date Placeholder 5">
            <a:extLst>
              <a:ext uri="{FF2B5EF4-FFF2-40B4-BE49-F238E27FC236}">
                <a16:creationId xmlns:a16="http://schemas.microsoft.com/office/drawing/2014/main" id="{073E6148-1E11-A0C5-4299-DAC10F4F9DA3}"/>
              </a:ext>
            </a:extLst>
          </p:cNvPr>
          <p:cNvSpPr>
            <a:spLocks noGrp="1"/>
          </p:cNvSpPr>
          <p:nvPr>
            <p:ph type="dt" sz="half" idx="10"/>
          </p:nvPr>
        </p:nvSpPr>
        <p:spPr>
          <a:xfrm>
            <a:off x="9737594" y="6445997"/>
            <a:ext cx="1842115" cy="365125"/>
          </a:xfrm>
        </p:spPr>
        <p:txBody>
          <a:bodyPr anchor="ctr">
            <a:normAutofit/>
          </a:bodyPr>
          <a:lstStyle/>
          <a:p>
            <a:pPr>
              <a:spcAft>
                <a:spcPts val="600"/>
              </a:spcAft>
            </a:pPr>
            <a:fld id="{B20F022F-161E-41B9-A1BC-CC85E43B1AF4}" type="datetime1">
              <a:rPr lang="en-US" smtClean="0"/>
              <a:pPr>
                <a:spcAft>
                  <a:spcPts val="600"/>
                </a:spcAft>
              </a:pPr>
              <a:t>3/4/2026</a:t>
            </a:fld>
            <a:endParaRPr lang="en-US"/>
          </a:p>
        </p:txBody>
      </p:sp>
      <p:sp>
        <p:nvSpPr>
          <p:cNvPr id="7" name="Slide Number Placeholder 6">
            <a:extLst>
              <a:ext uri="{FF2B5EF4-FFF2-40B4-BE49-F238E27FC236}">
                <a16:creationId xmlns:a16="http://schemas.microsoft.com/office/drawing/2014/main" id="{25DA9727-45AC-ACEE-490A-6FA584CC3452}"/>
              </a:ext>
            </a:extLst>
          </p:cNvPr>
          <p:cNvSpPr>
            <a:spLocks noGrp="1"/>
          </p:cNvSpPr>
          <p:nvPr>
            <p:ph type="sldNum" sz="quarter" idx="12"/>
          </p:nvPr>
        </p:nvSpPr>
        <p:spPr>
          <a:xfrm>
            <a:off x="11734800" y="6445997"/>
            <a:ext cx="457200" cy="365125"/>
          </a:xfrm>
        </p:spPr>
        <p:txBody>
          <a:bodyPr anchor="ctr">
            <a:normAutofit/>
          </a:bodyPr>
          <a:lstStyle/>
          <a:p>
            <a:pPr>
              <a:spcAft>
                <a:spcPts val="600"/>
              </a:spcAft>
            </a:pPr>
            <a:fld id="{DDF60B60-82CA-4BB9-BA6E-A62FADF2374B}" type="slidenum">
              <a:rPr lang="en-US" smtClean="0"/>
              <a:pPr>
                <a:spcAft>
                  <a:spcPts val="600"/>
                </a:spcAft>
              </a:pPr>
              <a:t>8</a:t>
            </a:fld>
            <a:endParaRPr lang="en-US"/>
          </a:p>
        </p:txBody>
      </p:sp>
    </p:spTree>
    <p:extLst>
      <p:ext uri="{BB962C8B-B14F-4D97-AF65-F5344CB8AC3E}">
        <p14:creationId xmlns:p14="http://schemas.microsoft.com/office/powerpoint/2010/main" val="248946618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02A859-7B35-9C69-BEE5-01BC7952251F}"/>
              </a:ext>
            </a:extLst>
          </p:cNvPr>
          <p:cNvSpPr>
            <a:spLocks noGrp="1"/>
          </p:cNvSpPr>
          <p:nvPr>
            <p:ph type="title"/>
          </p:nvPr>
        </p:nvSpPr>
        <p:spPr>
          <a:xfrm>
            <a:off x="457200" y="2968607"/>
            <a:ext cx="8932653" cy="3450568"/>
          </a:xfrm>
        </p:spPr>
        <p:txBody>
          <a:bodyPr anchor="b">
            <a:normAutofit/>
          </a:bodyPr>
          <a:lstStyle/>
          <a:p>
            <a:r>
              <a:rPr lang="en-US"/>
              <a:t>So sánh và hệ sinh thái Object Storage</a:t>
            </a:r>
          </a:p>
        </p:txBody>
      </p:sp>
      <p:sp>
        <p:nvSpPr>
          <p:cNvPr id="4" name="Footer Placeholder 3">
            <a:extLst>
              <a:ext uri="{FF2B5EF4-FFF2-40B4-BE49-F238E27FC236}">
                <a16:creationId xmlns:a16="http://schemas.microsoft.com/office/drawing/2014/main" id="{68BF202E-FDBD-6B77-C824-010371FC2256}"/>
              </a:ext>
            </a:extLst>
          </p:cNvPr>
          <p:cNvSpPr>
            <a:spLocks noGrp="1"/>
          </p:cNvSpPr>
          <p:nvPr>
            <p:ph type="ftr" sz="quarter" idx="11"/>
          </p:nvPr>
        </p:nvSpPr>
        <p:spPr>
          <a:xfrm>
            <a:off x="457200" y="6445997"/>
            <a:ext cx="3751081" cy="365125"/>
          </a:xfrm>
        </p:spPr>
        <p:txBody>
          <a:bodyPr anchor="ctr">
            <a:normAutofit/>
          </a:bodyPr>
          <a:lstStyle/>
          <a:p>
            <a:pPr>
              <a:spcAft>
                <a:spcPts val="600"/>
              </a:spcAft>
            </a:pPr>
            <a:r>
              <a:rPr lang="en-US"/>
              <a:t>Sample Footer Text</a:t>
            </a:r>
          </a:p>
        </p:txBody>
      </p:sp>
      <p:sp>
        <p:nvSpPr>
          <p:cNvPr id="5" name="Date Placeholder 4">
            <a:extLst>
              <a:ext uri="{FF2B5EF4-FFF2-40B4-BE49-F238E27FC236}">
                <a16:creationId xmlns:a16="http://schemas.microsoft.com/office/drawing/2014/main" id="{C1078D01-D5AC-A9A2-30EA-5BFD527649DD}"/>
              </a:ext>
            </a:extLst>
          </p:cNvPr>
          <p:cNvSpPr>
            <a:spLocks noGrp="1"/>
          </p:cNvSpPr>
          <p:nvPr>
            <p:ph type="dt" sz="half" idx="10"/>
          </p:nvPr>
        </p:nvSpPr>
        <p:spPr>
          <a:xfrm>
            <a:off x="9737594" y="6445997"/>
            <a:ext cx="1842115" cy="365125"/>
          </a:xfrm>
        </p:spPr>
        <p:txBody>
          <a:bodyPr anchor="ctr">
            <a:normAutofit/>
          </a:bodyPr>
          <a:lstStyle/>
          <a:p>
            <a:pPr>
              <a:spcAft>
                <a:spcPts val="600"/>
              </a:spcAft>
            </a:pPr>
            <a:fld id="{8A278C13-F8B8-4237-9811-6A882F130BDA}" type="datetime1">
              <a:rPr lang="en-US" smtClean="0"/>
              <a:pPr>
                <a:spcAft>
                  <a:spcPts val="600"/>
                </a:spcAft>
              </a:pPr>
              <a:t>3/4/2026</a:t>
            </a:fld>
            <a:endParaRPr lang="en-US"/>
          </a:p>
        </p:txBody>
      </p:sp>
      <p:sp>
        <p:nvSpPr>
          <p:cNvPr id="6" name="Slide Number Placeholder 5">
            <a:extLst>
              <a:ext uri="{FF2B5EF4-FFF2-40B4-BE49-F238E27FC236}">
                <a16:creationId xmlns:a16="http://schemas.microsoft.com/office/drawing/2014/main" id="{44429660-4AF7-F3AC-2866-0A9A7EA0EFB8}"/>
              </a:ext>
            </a:extLst>
          </p:cNvPr>
          <p:cNvSpPr>
            <a:spLocks noGrp="1"/>
          </p:cNvSpPr>
          <p:nvPr>
            <p:ph type="sldNum" sz="quarter" idx="12"/>
          </p:nvPr>
        </p:nvSpPr>
        <p:spPr>
          <a:xfrm>
            <a:off x="11734800" y="6445997"/>
            <a:ext cx="457200" cy="365125"/>
          </a:xfrm>
        </p:spPr>
        <p:txBody>
          <a:bodyPr anchor="ctr">
            <a:normAutofit/>
          </a:bodyPr>
          <a:lstStyle/>
          <a:p>
            <a:pPr>
              <a:spcAft>
                <a:spcPts val="600"/>
              </a:spcAft>
            </a:pPr>
            <a:fld id="{DDF60B60-82CA-4BB9-BA6E-A62FADF2374B}" type="slidenum">
              <a:rPr lang="en-US" smtClean="0"/>
              <a:pPr>
                <a:spcAft>
                  <a:spcPts val="600"/>
                </a:spcAft>
              </a:pPr>
              <a:t>9</a:t>
            </a:fld>
            <a:endParaRPr lang="en-US"/>
          </a:p>
        </p:txBody>
      </p:sp>
    </p:spTree>
    <p:extLst>
      <p:ext uri="{BB962C8B-B14F-4D97-AF65-F5344CB8AC3E}">
        <p14:creationId xmlns:p14="http://schemas.microsoft.com/office/powerpoint/2010/main" val="154545600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65FC02-768F-1AAC-3510-709D0DEF18DA}"/>
              </a:ext>
            </a:extLst>
          </p:cNvPr>
          <p:cNvSpPr>
            <a:spLocks noGrp="1"/>
          </p:cNvSpPr>
          <p:nvPr>
            <p:ph type="title"/>
          </p:nvPr>
        </p:nvSpPr>
        <p:spPr>
          <a:xfrm>
            <a:off x="457199" y="377072"/>
            <a:ext cx="4958078" cy="1225485"/>
          </a:xfrm>
        </p:spPr>
        <p:txBody>
          <a:bodyPr anchor="t">
            <a:normAutofit fontScale="90000"/>
          </a:bodyPr>
          <a:lstStyle/>
          <a:p>
            <a:r>
              <a:rPr lang="en-US"/>
              <a:t>NAS Storage</a:t>
            </a:r>
            <a:br>
              <a:rPr lang="en-US"/>
            </a:br>
            <a:r>
              <a:rPr lang="en-US" dirty="0" err="1"/>
              <a:t>PowerScale</a:t>
            </a:r>
            <a:r>
              <a:rPr lang="en-US" dirty="0"/>
              <a:t> F900 </a:t>
            </a:r>
            <a:br>
              <a:rPr lang="en-US" dirty="0"/>
            </a:br>
            <a:r>
              <a:rPr lang="en-US" dirty="0" err="1"/>
              <a:t>syncIQ</a:t>
            </a:r>
            <a:r>
              <a:rPr lang="en-US" dirty="0"/>
              <a:t> solution (main -&gt; DR)</a:t>
            </a:r>
          </a:p>
        </p:txBody>
      </p:sp>
      <p:pic>
        <p:nvPicPr>
          <p:cNvPr id="8" name="Content Placeholder 7" descr="Hình ảnh khái niệm về lưu trữ đám mây">
            <a:extLst>
              <a:ext uri="{FF2B5EF4-FFF2-40B4-BE49-F238E27FC236}">
                <a16:creationId xmlns:a16="http://schemas.microsoft.com/office/drawing/2014/main" id="{969FBE32-1117-4AE6-A353-D2CD8D5F01D1}"/>
              </a:ext>
            </a:extLst>
          </p:cNvPr>
          <p:cNvPicPr>
            <a:picLocks noGrp="1" noChangeAspect="1"/>
          </p:cNvPicPr>
          <p:nvPr>
            <p:ph type="pic" sz="quarter" idx="13"/>
          </p:nvPr>
        </p:nvPicPr>
        <p:blipFill>
          <a:blip r:embed="rId3"/>
          <a:srcRect t="21044" r="-3" b="-3"/>
          <a:stretch>
            <a:fillRect/>
          </a:stretch>
        </p:blipFill>
        <p:spPr>
          <a:xfrm>
            <a:off x="20" y="1842182"/>
            <a:ext cx="5758152" cy="4546457"/>
          </a:xfrm>
        </p:spPr>
      </p:pic>
      <p:sp>
        <p:nvSpPr>
          <p:cNvPr id="4" name="Content Placeholder 3">
            <a:extLst>
              <a:ext uri="{FF2B5EF4-FFF2-40B4-BE49-F238E27FC236}">
                <a16:creationId xmlns:a16="http://schemas.microsoft.com/office/drawing/2014/main" id="{2250468D-32EF-B8DF-4B93-06CCD46BA596}"/>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76142" y="377072"/>
            <a:ext cx="5558655" cy="5797484"/>
          </a:xfrm>
        </p:spPr>
        <p:txBody>
          <a:bodyPr>
            <a:normAutofit/>
          </a:bodyPr>
          <a:lstStyle/>
          <a:p>
            <a:pPr marL="0" indent="0">
              <a:spcBef>
                <a:spcPts val="2500"/>
              </a:spcBef>
              <a:buFont typeface="Arial" panose="020B0604020202020204" pitchFamily="34" charset="0"/>
              <a:buNone/>
            </a:pPr>
            <a:r>
              <a:rPr lang="vi-VN" sz="1400" b="1"/>
              <a:t>Mô hình lưu trữ phân cấp</a:t>
            </a:r>
          </a:p>
          <a:p>
            <a:pPr marL="0" lvl="1" indent="0">
              <a:buFont typeface="Arial" panose="020B0604020202020204" pitchFamily="34" charset="0"/>
              <a:buNone/>
            </a:pPr>
            <a:r>
              <a:rPr lang="vi-VN" sz="1400"/>
              <a:t>File Storage quản lý dữ liệu theo thư mục phân cấp, phù hợp cho chia sẻ file truyền thống nhưng khó mở rộng khi dữ liệu tăng.</a:t>
            </a:r>
          </a:p>
          <a:p>
            <a:pPr marL="0" indent="0">
              <a:spcBef>
                <a:spcPts val="2500"/>
              </a:spcBef>
              <a:buFont typeface="Arial" panose="020B0604020202020204" pitchFamily="34" charset="0"/>
              <a:buNone/>
            </a:pPr>
            <a:r>
              <a:rPr lang="vi-VN" sz="1400" b="1"/>
              <a:t>Hiệu năng lưu trữ Block</a:t>
            </a:r>
          </a:p>
          <a:p>
            <a:pPr marL="0" lvl="1" indent="0">
              <a:buFont typeface="Arial" panose="020B0604020202020204" pitchFamily="34" charset="0"/>
              <a:buNone/>
            </a:pPr>
            <a:r>
              <a:rPr lang="vi-VN" sz="1400"/>
              <a:t>Block Storage chia dữ liệu thành các block nhỏ, tối ưu cho tốc độ ngẫu nhiên cao như trong database và máy ảo.</a:t>
            </a:r>
          </a:p>
          <a:p>
            <a:pPr marL="0" indent="0">
              <a:spcBef>
                <a:spcPts val="2500"/>
              </a:spcBef>
              <a:buFont typeface="Arial" panose="020B0604020202020204" pitchFamily="34" charset="0"/>
              <a:buNone/>
            </a:pPr>
            <a:r>
              <a:rPr lang="vi-VN" sz="1400" b="1"/>
              <a:t>Lưu trữ đối tượng linh hoạt</a:t>
            </a:r>
          </a:p>
          <a:p>
            <a:pPr marL="0" lvl="1" indent="0">
              <a:buFont typeface="Arial" panose="020B0604020202020204" pitchFamily="34" charset="0"/>
              <a:buNone/>
            </a:pPr>
            <a:r>
              <a:rPr lang="vi-VN" sz="1400"/>
              <a:t>Object Storage sử dụng kiến trúc phẳng, mở rộng dễ dàng và truy cập qua API, phù hợp với dữ liệu lớn và ứng dụng cloud-native.</a:t>
            </a:r>
          </a:p>
          <a:p>
            <a:pPr marL="0" indent="0">
              <a:spcBef>
                <a:spcPts val="2500"/>
              </a:spcBef>
              <a:buFont typeface="Arial" panose="020B0604020202020204" pitchFamily="34" charset="0"/>
              <a:buNone/>
            </a:pPr>
            <a:r>
              <a:rPr lang="vi-VN" sz="1400" b="1"/>
              <a:t>Ứng dụng và ưu điểm</a:t>
            </a:r>
          </a:p>
          <a:p>
            <a:pPr marL="0" lvl="1" indent="0">
              <a:buFont typeface="Arial" panose="020B0604020202020204" pitchFamily="34" charset="0"/>
              <a:buNone/>
            </a:pPr>
            <a:r>
              <a:rPr lang="vi-VN" sz="1400"/>
              <a:t>File Storage dành cho người dùng cuối, Block Storage cho hệ thống tốc độ cao, Object Storage tối ưu cho AI, IoT và phân tích dữ liệu.</a:t>
            </a:r>
          </a:p>
        </p:txBody>
      </p:sp>
      <p:sp>
        <p:nvSpPr>
          <p:cNvPr id="5" name="Footer Placeholder 4">
            <a:extLst>
              <a:ext uri="{FF2B5EF4-FFF2-40B4-BE49-F238E27FC236}">
                <a16:creationId xmlns:a16="http://schemas.microsoft.com/office/drawing/2014/main" id="{86F9C170-5DA3-4BAF-0E2A-069FE52B8A39}"/>
              </a:ext>
            </a:extLst>
          </p:cNvPr>
          <p:cNvSpPr>
            <a:spLocks noGrp="1"/>
          </p:cNvSpPr>
          <p:nvPr>
            <p:ph type="ftr" sz="quarter" idx="11"/>
          </p:nvPr>
        </p:nvSpPr>
        <p:spPr>
          <a:xfrm>
            <a:off x="457200" y="6445997"/>
            <a:ext cx="3949302" cy="365125"/>
          </a:xfrm>
        </p:spPr>
        <p:txBody>
          <a:bodyPr anchor="ctr">
            <a:normAutofit/>
          </a:bodyPr>
          <a:lstStyle/>
          <a:p>
            <a:pPr>
              <a:spcAft>
                <a:spcPts val="600"/>
              </a:spcAft>
            </a:pPr>
            <a:r>
              <a:rPr lang="en-US"/>
              <a:t>Sample Footer Text</a:t>
            </a:r>
          </a:p>
        </p:txBody>
      </p:sp>
      <p:sp>
        <p:nvSpPr>
          <p:cNvPr id="6" name="Date Placeholder 5">
            <a:extLst>
              <a:ext uri="{FF2B5EF4-FFF2-40B4-BE49-F238E27FC236}">
                <a16:creationId xmlns:a16="http://schemas.microsoft.com/office/drawing/2014/main" id="{83B49A8C-C6C5-658D-F12D-7AE17A44752B}"/>
              </a:ext>
            </a:extLst>
          </p:cNvPr>
          <p:cNvSpPr>
            <a:spLocks noGrp="1"/>
          </p:cNvSpPr>
          <p:nvPr>
            <p:ph type="dt" sz="half" idx="10"/>
          </p:nvPr>
        </p:nvSpPr>
        <p:spPr>
          <a:xfrm>
            <a:off x="9737594" y="6445997"/>
            <a:ext cx="1842115" cy="365125"/>
          </a:xfrm>
        </p:spPr>
        <p:txBody>
          <a:bodyPr anchor="ctr">
            <a:normAutofit/>
          </a:bodyPr>
          <a:lstStyle/>
          <a:p>
            <a:pPr>
              <a:spcAft>
                <a:spcPts val="600"/>
              </a:spcAft>
            </a:pPr>
            <a:fld id="{B20F022F-161E-41B9-A1BC-CC85E43B1AF4}" type="datetime1">
              <a:rPr lang="en-US" smtClean="0"/>
              <a:pPr>
                <a:spcAft>
                  <a:spcPts val="600"/>
                </a:spcAft>
              </a:pPr>
              <a:t>3/4/2026</a:t>
            </a:fld>
            <a:endParaRPr lang="en-US"/>
          </a:p>
        </p:txBody>
      </p:sp>
      <p:sp>
        <p:nvSpPr>
          <p:cNvPr id="7" name="Slide Number Placeholder 6">
            <a:extLst>
              <a:ext uri="{FF2B5EF4-FFF2-40B4-BE49-F238E27FC236}">
                <a16:creationId xmlns:a16="http://schemas.microsoft.com/office/drawing/2014/main" id="{8E3BD533-A4E5-E062-C156-B4533180E170}"/>
              </a:ext>
            </a:extLst>
          </p:cNvPr>
          <p:cNvSpPr>
            <a:spLocks noGrp="1"/>
          </p:cNvSpPr>
          <p:nvPr>
            <p:ph type="sldNum" sz="quarter" idx="12"/>
          </p:nvPr>
        </p:nvSpPr>
        <p:spPr>
          <a:xfrm>
            <a:off x="11734800" y="6445997"/>
            <a:ext cx="457200" cy="365125"/>
          </a:xfrm>
        </p:spPr>
        <p:txBody>
          <a:bodyPr anchor="ctr">
            <a:normAutofit/>
          </a:bodyPr>
          <a:lstStyle/>
          <a:p>
            <a:pPr>
              <a:spcAft>
                <a:spcPts val="600"/>
              </a:spcAft>
            </a:pPr>
            <a:fld id="{DDF60B60-82CA-4BB9-BA6E-A62FADF2374B}" type="slidenum">
              <a:rPr lang="en-US" smtClean="0"/>
              <a:pPr>
                <a:spcAft>
                  <a:spcPts val="600"/>
                </a:spcAft>
              </a:pPr>
              <a:t>10</a:t>
            </a:fld>
            <a:endParaRPr lang="en-US"/>
          </a:p>
        </p:txBody>
      </p:sp>
    </p:spTree>
    <p:extLst>
      <p:ext uri="{BB962C8B-B14F-4D97-AF65-F5344CB8AC3E}">
        <p14:creationId xmlns:p14="http://schemas.microsoft.com/office/powerpoint/2010/main" val="111906485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D199D-AC97-C2C8-5EC0-A5031277EF0E}"/>
              </a:ext>
            </a:extLst>
          </p:cNvPr>
          <p:cNvSpPr>
            <a:spLocks noGrp="1"/>
          </p:cNvSpPr>
          <p:nvPr>
            <p:ph type="title"/>
          </p:nvPr>
        </p:nvSpPr>
        <p:spPr>
          <a:xfrm>
            <a:off x="457199" y="377072"/>
            <a:ext cx="4958078" cy="1225485"/>
          </a:xfrm>
        </p:spPr>
        <p:txBody>
          <a:bodyPr anchor="t">
            <a:normAutofit/>
          </a:bodyPr>
          <a:lstStyle/>
          <a:p>
            <a:r>
              <a:rPr lang="en-US"/>
              <a:t>Các nền tảng Object Storage phổ biến hiện nay</a:t>
            </a:r>
          </a:p>
        </p:txBody>
      </p:sp>
      <p:pic>
        <p:nvPicPr>
          <p:cNvPr id="8" name="Content Placeholder 7" descr="Bảng điều khiển phòng máy chủ được chiếu sáng">
            <a:extLst>
              <a:ext uri="{FF2B5EF4-FFF2-40B4-BE49-F238E27FC236}">
                <a16:creationId xmlns:a16="http://schemas.microsoft.com/office/drawing/2014/main" id="{0398466B-92E8-49DB-B7C3-854D1FB09626}"/>
              </a:ext>
            </a:extLst>
          </p:cNvPr>
          <p:cNvPicPr>
            <a:picLocks noGrp="1" noChangeAspect="1"/>
          </p:cNvPicPr>
          <p:nvPr>
            <p:ph type="pic" sz="quarter" idx="13"/>
          </p:nvPr>
        </p:nvPicPr>
        <p:blipFill>
          <a:blip r:embed="rId3"/>
          <a:srcRect l="4114" r="11346"/>
          <a:stretch>
            <a:fillRect/>
          </a:stretch>
        </p:blipFill>
        <p:spPr>
          <a:xfrm>
            <a:off x="20" y="1842182"/>
            <a:ext cx="5758152" cy="4546457"/>
          </a:xfrm>
        </p:spPr>
      </p:pic>
      <p:sp>
        <p:nvSpPr>
          <p:cNvPr id="4" name="Content Placeholder 3">
            <a:extLst>
              <a:ext uri="{FF2B5EF4-FFF2-40B4-BE49-F238E27FC236}">
                <a16:creationId xmlns:a16="http://schemas.microsoft.com/office/drawing/2014/main" id="{7C9ED183-AE1B-58BA-CEA2-4260FF35BFB0}"/>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76142" y="377072"/>
            <a:ext cx="5558655" cy="5797484"/>
          </a:xfrm>
        </p:spPr>
        <p:txBody>
          <a:bodyPr>
            <a:normAutofit/>
          </a:bodyPr>
          <a:lstStyle/>
          <a:p>
            <a:pPr marL="0" indent="0">
              <a:spcBef>
                <a:spcPts val="2500"/>
              </a:spcBef>
              <a:buFont typeface="Arial" panose="020B0604020202020204" pitchFamily="34" charset="0"/>
              <a:buNone/>
            </a:pPr>
            <a:r>
              <a:rPr lang="vi-VN" sz="1400" b="1"/>
              <a:t>Các nền tảng đám mây phổ biến</a:t>
            </a:r>
          </a:p>
          <a:p>
            <a:pPr marL="0" lvl="1" indent="0">
              <a:buFont typeface="Arial" panose="020B0604020202020204" pitchFamily="34" charset="0"/>
              <a:buNone/>
            </a:pPr>
            <a:r>
              <a:rPr lang="vi-VN" sz="1400"/>
              <a:t>Amazon S3, Azure Blob Storage và Google Cloud Storage là những nền tảng hàng đầu trong lưu trữ đối tượng trên đám mây.</a:t>
            </a:r>
          </a:p>
          <a:p>
            <a:pPr marL="0" indent="0">
              <a:spcBef>
                <a:spcPts val="2500"/>
              </a:spcBef>
              <a:buFont typeface="Arial" panose="020B0604020202020204" pitchFamily="34" charset="0"/>
              <a:buNone/>
            </a:pPr>
            <a:r>
              <a:rPr lang="vi-VN" sz="1400" b="1"/>
              <a:t>Giải pháp mã nguồn mở và hybrid</a:t>
            </a:r>
          </a:p>
          <a:p>
            <a:pPr marL="0" lvl="1" indent="0">
              <a:buFont typeface="Arial" panose="020B0604020202020204" pitchFamily="34" charset="0"/>
              <a:buNone/>
            </a:pPr>
            <a:r>
              <a:rPr lang="vi-VN" sz="1400"/>
              <a:t>Ceph và MinIO hỗ trợ xây dựng hạ tầng Object Storage linh hoạt cho môi trường on-premises và hybrid cloud.</a:t>
            </a:r>
          </a:p>
          <a:p>
            <a:pPr marL="0" indent="0">
              <a:spcBef>
                <a:spcPts val="2500"/>
              </a:spcBef>
              <a:buFont typeface="Arial" panose="020B0604020202020204" pitchFamily="34" charset="0"/>
              <a:buNone/>
            </a:pPr>
            <a:r>
              <a:rPr lang="vi-VN" sz="1400" b="1"/>
              <a:t>Hệ thống doanh nghiệp tích hợp</a:t>
            </a:r>
          </a:p>
          <a:p>
            <a:pPr marL="0" lvl="1" indent="0">
              <a:buFont typeface="Arial" panose="020B0604020202020204" pitchFamily="34" charset="0"/>
              <a:buNone/>
            </a:pPr>
            <a:r>
              <a:rPr lang="vi-VN" sz="1400"/>
              <a:t>NetApp StorageGRID cung cấp khả năng tích hợp sâu với hệ sinh thái dữ liệu lớn, tối ưu cho quy mô doanh nghiệp.</a:t>
            </a:r>
          </a:p>
          <a:p>
            <a:pPr marL="0" indent="0">
              <a:spcBef>
                <a:spcPts val="2500"/>
              </a:spcBef>
              <a:buFont typeface="Arial" panose="020B0604020202020204" pitchFamily="34" charset="0"/>
              <a:buNone/>
            </a:pPr>
            <a:r>
              <a:rPr lang="vi-VN" sz="1400" b="1"/>
              <a:t>Ưu điểm chung Object Storage</a:t>
            </a:r>
          </a:p>
          <a:p>
            <a:pPr marL="0" lvl="1" indent="0">
              <a:buFont typeface="Arial" panose="020B0604020202020204" pitchFamily="34" charset="0"/>
              <a:buNone/>
            </a:pPr>
            <a:r>
              <a:rPr lang="vi-VN" sz="1400"/>
              <a:t>Object Storage có khả năng mở rộng linh hoạt, chi phí vận hành thấp và tích hợp API mạnh mẽ cho nhiều workload.</a:t>
            </a:r>
          </a:p>
        </p:txBody>
      </p:sp>
      <p:sp>
        <p:nvSpPr>
          <p:cNvPr id="5" name="Footer Placeholder 4">
            <a:extLst>
              <a:ext uri="{FF2B5EF4-FFF2-40B4-BE49-F238E27FC236}">
                <a16:creationId xmlns:a16="http://schemas.microsoft.com/office/drawing/2014/main" id="{3E5CE3DC-7C63-1415-CD16-F49E22D96CED}"/>
              </a:ext>
            </a:extLst>
          </p:cNvPr>
          <p:cNvSpPr>
            <a:spLocks noGrp="1"/>
          </p:cNvSpPr>
          <p:nvPr>
            <p:ph type="ftr" sz="quarter" idx="11"/>
          </p:nvPr>
        </p:nvSpPr>
        <p:spPr>
          <a:xfrm>
            <a:off x="457200" y="6445997"/>
            <a:ext cx="3949302" cy="365125"/>
          </a:xfrm>
        </p:spPr>
        <p:txBody>
          <a:bodyPr anchor="ctr">
            <a:normAutofit/>
          </a:bodyPr>
          <a:lstStyle/>
          <a:p>
            <a:pPr>
              <a:spcAft>
                <a:spcPts val="600"/>
              </a:spcAft>
            </a:pPr>
            <a:r>
              <a:rPr lang="en-US"/>
              <a:t>Sample Footer Text</a:t>
            </a:r>
          </a:p>
        </p:txBody>
      </p:sp>
      <p:sp>
        <p:nvSpPr>
          <p:cNvPr id="6" name="Date Placeholder 5">
            <a:extLst>
              <a:ext uri="{FF2B5EF4-FFF2-40B4-BE49-F238E27FC236}">
                <a16:creationId xmlns:a16="http://schemas.microsoft.com/office/drawing/2014/main" id="{47661F92-38F9-75AA-0BDD-25D881435F94}"/>
              </a:ext>
            </a:extLst>
          </p:cNvPr>
          <p:cNvSpPr>
            <a:spLocks noGrp="1"/>
          </p:cNvSpPr>
          <p:nvPr>
            <p:ph type="dt" sz="half" idx="10"/>
          </p:nvPr>
        </p:nvSpPr>
        <p:spPr>
          <a:xfrm>
            <a:off x="9737594" y="6445997"/>
            <a:ext cx="1842115" cy="365125"/>
          </a:xfrm>
        </p:spPr>
        <p:txBody>
          <a:bodyPr anchor="ctr">
            <a:normAutofit/>
          </a:bodyPr>
          <a:lstStyle/>
          <a:p>
            <a:pPr>
              <a:spcAft>
                <a:spcPts val="600"/>
              </a:spcAft>
            </a:pPr>
            <a:fld id="{B20F022F-161E-41B9-A1BC-CC85E43B1AF4}" type="datetime1">
              <a:rPr lang="en-US" smtClean="0"/>
              <a:pPr>
                <a:spcAft>
                  <a:spcPts val="600"/>
                </a:spcAft>
              </a:pPr>
              <a:t>3/4/2026</a:t>
            </a:fld>
            <a:endParaRPr lang="en-US"/>
          </a:p>
        </p:txBody>
      </p:sp>
      <p:sp>
        <p:nvSpPr>
          <p:cNvPr id="7" name="Slide Number Placeholder 6">
            <a:extLst>
              <a:ext uri="{FF2B5EF4-FFF2-40B4-BE49-F238E27FC236}">
                <a16:creationId xmlns:a16="http://schemas.microsoft.com/office/drawing/2014/main" id="{54C851BF-EBD7-0585-9DAA-3B27E91654E1}"/>
              </a:ext>
            </a:extLst>
          </p:cNvPr>
          <p:cNvSpPr>
            <a:spLocks noGrp="1"/>
          </p:cNvSpPr>
          <p:nvPr>
            <p:ph type="sldNum" sz="quarter" idx="12"/>
          </p:nvPr>
        </p:nvSpPr>
        <p:spPr>
          <a:xfrm>
            <a:off x="11734800" y="6445997"/>
            <a:ext cx="457200" cy="365125"/>
          </a:xfrm>
        </p:spPr>
        <p:txBody>
          <a:bodyPr anchor="ctr">
            <a:normAutofit/>
          </a:bodyPr>
          <a:lstStyle/>
          <a:p>
            <a:pPr>
              <a:spcAft>
                <a:spcPts val="600"/>
              </a:spcAft>
            </a:pPr>
            <a:fld id="{DDF60B60-82CA-4BB9-BA6E-A62FADF2374B}" type="slidenum">
              <a:rPr lang="en-US" smtClean="0"/>
              <a:pPr>
                <a:spcAft>
                  <a:spcPts val="600"/>
                </a:spcAft>
              </a:pPr>
              <a:t>11</a:t>
            </a:fld>
            <a:endParaRPr lang="en-US"/>
          </a:p>
        </p:txBody>
      </p:sp>
    </p:spTree>
    <p:extLst>
      <p:ext uri="{BB962C8B-B14F-4D97-AF65-F5344CB8AC3E}">
        <p14:creationId xmlns:p14="http://schemas.microsoft.com/office/powerpoint/2010/main" val="388458494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A947D2-A671-4260-C359-9E38B68969A1}"/>
              </a:ext>
            </a:extLst>
          </p:cNvPr>
          <p:cNvSpPr>
            <a:spLocks noGrp="1"/>
          </p:cNvSpPr>
          <p:nvPr>
            <p:ph type="title"/>
          </p:nvPr>
        </p:nvSpPr>
        <p:spPr>
          <a:xfrm>
            <a:off x="457200" y="2968607"/>
            <a:ext cx="8932653" cy="3450568"/>
          </a:xfrm>
        </p:spPr>
        <p:txBody>
          <a:bodyPr anchor="b">
            <a:normAutofit/>
          </a:bodyPr>
          <a:lstStyle/>
          <a:p>
            <a:r>
              <a:rPr lang="en-US"/>
              <a:t>Kết luận</a:t>
            </a:r>
          </a:p>
        </p:txBody>
      </p:sp>
      <p:sp>
        <p:nvSpPr>
          <p:cNvPr id="4" name="Footer Placeholder 3">
            <a:extLst>
              <a:ext uri="{FF2B5EF4-FFF2-40B4-BE49-F238E27FC236}">
                <a16:creationId xmlns:a16="http://schemas.microsoft.com/office/drawing/2014/main" id="{E5E7C316-7462-C162-AA79-02A790D4F7D7}"/>
              </a:ext>
            </a:extLst>
          </p:cNvPr>
          <p:cNvSpPr>
            <a:spLocks noGrp="1"/>
          </p:cNvSpPr>
          <p:nvPr>
            <p:ph type="ftr" sz="quarter" idx="11"/>
          </p:nvPr>
        </p:nvSpPr>
        <p:spPr>
          <a:xfrm>
            <a:off x="457200" y="6445997"/>
            <a:ext cx="3751081" cy="365125"/>
          </a:xfrm>
        </p:spPr>
        <p:txBody>
          <a:bodyPr anchor="ctr">
            <a:normAutofit/>
          </a:bodyPr>
          <a:lstStyle/>
          <a:p>
            <a:pPr>
              <a:spcAft>
                <a:spcPts val="600"/>
              </a:spcAft>
            </a:pPr>
            <a:r>
              <a:rPr lang="en-US"/>
              <a:t>Sample Footer Text</a:t>
            </a:r>
          </a:p>
        </p:txBody>
      </p:sp>
      <p:sp>
        <p:nvSpPr>
          <p:cNvPr id="5" name="Date Placeholder 4">
            <a:extLst>
              <a:ext uri="{FF2B5EF4-FFF2-40B4-BE49-F238E27FC236}">
                <a16:creationId xmlns:a16="http://schemas.microsoft.com/office/drawing/2014/main" id="{D8115DA7-CA99-E500-FB71-990D1E79C099}"/>
              </a:ext>
            </a:extLst>
          </p:cNvPr>
          <p:cNvSpPr>
            <a:spLocks noGrp="1"/>
          </p:cNvSpPr>
          <p:nvPr>
            <p:ph type="dt" sz="half" idx="10"/>
          </p:nvPr>
        </p:nvSpPr>
        <p:spPr>
          <a:xfrm>
            <a:off x="9737594" y="6445997"/>
            <a:ext cx="1842115" cy="365125"/>
          </a:xfrm>
        </p:spPr>
        <p:txBody>
          <a:bodyPr anchor="ctr">
            <a:normAutofit/>
          </a:bodyPr>
          <a:lstStyle/>
          <a:p>
            <a:pPr>
              <a:spcAft>
                <a:spcPts val="600"/>
              </a:spcAft>
            </a:pPr>
            <a:fld id="{8A278C13-F8B8-4237-9811-6A882F130BDA}" type="datetime1">
              <a:rPr lang="en-US" smtClean="0"/>
              <a:pPr>
                <a:spcAft>
                  <a:spcPts val="600"/>
                </a:spcAft>
              </a:pPr>
              <a:t>3/4/2026</a:t>
            </a:fld>
            <a:endParaRPr lang="en-US"/>
          </a:p>
        </p:txBody>
      </p:sp>
      <p:sp>
        <p:nvSpPr>
          <p:cNvPr id="6" name="Slide Number Placeholder 5">
            <a:extLst>
              <a:ext uri="{FF2B5EF4-FFF2-40B4-BE49-F238E27FC236}">
                <a16:creationId xmlns:a16="http://schemas.microsoft.com/office/drawing/2014/main" id="{2AC9D0AF-2671-A44C-40D6-C0EC4AA54B3A}"/>
              </a:ext>
            </a:extLst>
          </p:cNvPr>
          <p:cNvSpPr>
            <a:spLocks noGrp="1"/>
          </p:cNvSpPr>
          <p:nvPr>
            <p:ph type="sldNum" sz="quarter" idx="12"/>
          </p:nvPr>
        </p:nvSpPr>
        <p:spPr>
          <a:xfrm>
            <a:off x="11734800" y="6445997"/>
            <a:ext cx="457200" cy="365125"/>
          </a:xfrm>
        </p:spPr>
        <p:txBody>
          <a:bodyPr anchor="ctr">
            <a:normAutofit/>
          </a:bodyPr>
          <a:lstStyle/>
          <a:p>
            <a:pPr>
              <a:spcAft>
                <a:spcPts val="600"/>
              </a:spcAft>
            </a:pPr>
            <a:fld id="{DDF60B60-82CA-4BB9-BA6E-A62FADF2374B}" type="slidenum">
              <a:rPr lang="en-US" smtClean="0"/>
              <a:pPr>
                <a:spcAft>
                  <a:spcPts val="600"/>
                </a:spcAft>
              </a:pPr>
              <a:t>12</a:t>
            </a:fld>
            <a:endParaRPr lang="en-US"/>
          </a:p>
        </p:txBody>
      </p:sp>
    </p:spTree>
    <p:extLst>
      <p:ext uri="{BB962C8B-B14F-4D97-AF65-F5344CB8AC3E}">
        <p14:creationId xmlns:p14="http://schemas.microsoft.com/office/powerpoint/2010/main" val="340150038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3BB362-1F57-9EB6-0748-56260170CB9C}"/>
              </a:ext>
            </a:extLst>
          </p:cNvPr>
          <p:cNvSpPr>
            <a:spLocks noGrp="1"/>
          </p:cNvSpPr>
          <p:nvPr>
            <p:ph type="title"/>
          </p:nvPr>
        </p:nvSpPr>
        <p:spPr>
          <a:xfrm>
            <a:off x="457199" y="377072"/>
            <a:ext cx="4958078" cy="1225485"/>
          </a:xfrm>
        </p:spPr>
        <p:txBody>
          <a:bodyPr anchor="t">
            <a:normAutofit/>
          </a:bodyPr>
          <a:lstStyle/>
          <a:p>
            <a:r>
              <a:rPr lang="en-US" sz="2700"/>
              <a:t>Tổng kết vai trò của Object Storage trong doanh nghiệp hiện đại</a:t>
            </a:r>
          </a:p>
        </p:txBody>
      </p:sp>
      <p:pic>
        <p:nvPicPr>
          <p:cNvPr id="8" name="Content Placeholder 7" descr="Điện toán đám mây">
            <a:extLst>
              <a:ext uri="{FF2B5EF4-FFF2-40B4-BE49-F238E27FC236}">
                <a16:creationId xmlns:a16="http://schemas.microsoft.com/office/drawing/2014/main" id="{675243A4-E2F6-44A2-8317-69C60D0444E4}"/>
              </a:ext>
            </a:extLst>
          </p:cNvPr>
          <p:cNvPicPr>
            <a:picLocks noGrp="1" noChangeAspect="1"/>
          </p:cNvPicPr>
          <p:nvPr>
            <p:ph type="pic" sz="quarter" idx="13"/>
          </p:nvPr>
        </p:nvPicPr>
        <p:blipFill>
          <a:blip r:embed="rId3"/>
          <a:srcRect l="9665" r="14346" b="2"/>
          <a:stretch>
            <a:fillRect/>
          </a:stretch>
        </p:blipFill>
        <p:spPr>
          <a:xfrm>
            <a:off x="20" y="1842182"/>
            <a:ext cx="5758152" cy="4546457"/>
          </a:xfrm>
        </p:spPr>
      </p:pic>
      <p:sp>
        <p:nvSpPr>
          <p:cNvPr id="4" name="Content Placeholder 3">
            <a:extLst>
              <a:ext uri="{FF2B5EF4-FFF2-40B4-BE49-F238E27FC236}">
                <a16:creationId xmlns:a16="http://schemas.microsoft.com/office/drawing/2014/main" id="{9CE94D67-EFFE-B3C2-A6AD-EFC6BF586061}"/>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76142" y="377072"/>
            <a:ext cx="5558655" cy="5797484"/>
          </a:xfrm>
        </p:spPr>
        <p:txBody>
          <a:bodyPr>
            <a:normAutofit/>
          </a:bodyPr>
          <a:lstStyle/>
          <a:p>
            <a:pPr marL="0" indent="0">
              <a:spcBef>
                <a:spcPts val="2500"/>
              </a:spcBef>
              <a:buFont typeface="Arial" panose="020B0604020202020204" pitchFamily="34" charset="0"/>
              <a:buNone/>
            </a:pPr>
            <a:r>
              <a:rPr lang="vi-VN" sz="1400" b="1"/>
              <a:t>Khả năng mở rộng hiệu quả</a:t>
            </a:r>
          </a:p>
          <a:p>
            <a:pPr marL="0" lvl="1" indent="0">
              <a:buFont typeface="Arial" panose="020B0604020202020204" pitchFamily="34" charset="0"/>
              <a:buNone/>
            </a:pPr>
            <a:r>
              <a:rPr lang="vi-VN" sz="1400"/>
              <a:t>Object Storage cung cấp kiến trúc phẳng với khả năng mở rộng ngang hiệu quả đáp ứng nhu cầu lưu trữ dữ liệu lớn trong doanh nghiệp.</a:t>
            </a:r>
          </a:p>
          <a:p>
            <a:pPr marL="0" indent="0">
              <a:spcBef>
                <a:spcPts val="2500"/>
              </a:spcBef>
              <a:buFont typeface="Arial" panose="020B0604020202020204" pitchFamily="34" charset="0"/>
              <a:buNone/>
            </a:pPr>
            <a:r>
              <a:rPr lang="vi-VN" sz="1400" b="1"/>
              <a:t>Tối ưu chi phí và quản lý</a:t>
            </a:r>
          </a:p>
          <a:p>
            <a:pPr marL="0" lvl="1" indent="0">
              <a:buFont typeface="Arial" panose="020B0604020202020204" pitchFamily="34" charset="0"/>
              <a:buNone/>
            </a:pPr>
            <a:r>
              <a:rPr lang="vi-VN" sz="1400"/>
              <a:t>Object Storage đơn giản hóa quản lý dữ liệu qua metadata phong phú và phân cấp lưu trữ tự động, giúp tối ưu chi phí dài hạn.</a:t>
            </a:r>
          </a:p>
          <a:p>
            <a:pPr marL="0" indent="0">
              <a:spcBef>
                <a:spcPts val="2500"/>
              </a:spcBef>
              <a:buFont typeface="Arial" panose="020B0604020202020204" pitchFamily="34" charset="0"/>
              <a:buNone/>
            </a:pPr>
            <a:r>
              <a:rPr lang="vi-VN" sz="1400" b="1"/>
              <a:t>Hỗ trợ đa dạng workload</a:t>
            </a:r>
          </a:p>
          <a:p>
            <a:pPr marL="0" lvl="1" indent="0">
              <a:buFont typeface="Arial" panose="020B0604020202020204" pitchFamily="34" charset="0"/>
              <a:buNone/>
            </a:pPr>
            <a:r>
              <a:rPr lang="vi-VN" sz="1400"/>
              <a:t>Object Storage phục vụ nhiều loại workload như backup, phân tích dữ liệu, AI, lưu trữ video và log IoT hiệu quả.</a:t>
            </a:r>
          </a:p>
          <a:p>
            <a:pPr marL="0" indent="0">
              <a:spcBef>
                <a:spcPts val="2500"/>
              </a:spcBef>
              <a:buFont typeface="Arial" panose="020B0604020202020204" pitchFamily="34" charset="0"/>
              <a:buNone/>
            </a:pPr>
            <a:r>
              <a:rPr lang="vi-VN" sz="1400" b="1"/>
              <a:t>Lợi thế cạnh tranh dài hạn</a:t>
            </a:r>
          </a:p>
          <a:p>
            <a:pPr marL="0" lvl="1" indent="0">
              <a:buFont typeface="Arial" panose="020B0604020202020204" pitchFamily="34" charset="0"/>
              <a:buNone/>
            </a:pPr>
            <a:r>
              <a:rPr lang="vi-VN" sz="1400"/>
              <a:t>Ứng dụng Object Storage giúp doanh nghiệp đổi mới kỹ thuật và nâng cao lợi thế cạnh tranh trong chuyển đổi số.</a:t>
            </a:r>
          </a:p>
        </p:txBody>
      </p:sp>
      <p:sp>
        <p:nvSpPr>
          <p:cNvPr id="5" name="Footer Placeholder 4">
            <a:extLst>
              <a:ext uri="{FF2B5EF4-FFF2-40B4-BE49-F238E27FC236}">
                <a16:creationId xmlns:a16="http://schemas.microsoft.com/office/drawing/2014/main" id="{796E8585-153A-AFD4-D8A8-B6BC4FDB7E72}"/>
              </a:ext>
            </a:extLst>
          </p:cNvPr>
          <p:cNvSpPr>
            <a:spLocks noGrp="1"/>
          </p:cNvSpPr>
          <p:nvPr>
            <p:ph type="ftr" sz="quarter" idx="11"/>
          </p:nvPr>
        </p:nvSpPr>
        <p:spPr>
          <a:xfrm>
            <a:off x="457200" y="6445997"/>
            <a:ext cx="3949302" cy="365125"/>
          </a:xfrm>
        </p:spPr>
        <p:txBody>
          <a:bodyPr anchor="ctr">
            <a:normAutofit/>
          </a:bodyPr>
          <a:lstStyle/>
          <a:p>
            <a:pPr>
              <a:spcAft>
                <a:spcPts val="600"/>
              </a:spcAft>
            </a:pPr>
            <a:r>
              <a:rPr lang="en-US"/>
              <a:t>Sample Footer Text</a:t>
            </a:r>
          </a:p>
        </p:txBody>
      </p:sp>
      <p:sp>
        <p:nvSpPr>
          <p:cNvPr id="6" name="Date Placeholder 5">
            <a:extLst>
              <a:ext uri="{FF2B5EF4-FFF2-40B4-BE49-F238E27FC236}">
                <a16:creationId xmlns:a16="http://schemas.microsoft.com/office/drawing/2014/main" id="{72F6E9E5-3124-3E7C-0016-8B6EC61B2AE4}"/>
              </a:ext>
            </a:extLst>
          </p:cNvPr>
          <p:cNvSpPr>
            <a:spLocks noGrp="1"/>
          </p:cNvSpPr>
          <p:nvPr>
            <p:ph type="dt" sz="half" idx="10"/>
          </p:nvPr>
        </p:nvSpPr>
        <p:spPr>
          <a:xfrm>
            <a:off x="9737594" y="6445997"/>
            <a:ext cx="1842115" cy="365125"/>
          </a:xfrm>
        </p:spPr>
        <p:txBody>
          <a:bodyPr anchor="ctr">
            <a:normAutofit/>
          </a:bodyPr>
          <a:lstStyle/>
          <a:p>
            <a:pPr>
              <a:spcAft>
                <a:spcPts val="600"/>
              </a:spcAft>
            </a:pPr>
            <a:fld id="{B20F022F-161E-41B9-A1BC-CC85E43B1AF4}" type="datetime1">
              <a:rPr lang="en-US" smtClean="0"/>
              <a:pPr>
                <a:spcAft>
                  <a:spcPts val="600"/>
                </a:spcAft>
              </a:pPr>
              <a:t>3/4/2026</a:t>
            </a:fld>
            <a:endParaRPr lang="en-US"/>
          </a:p>
        </p:txBody>
      </p:sp>
      <p:sp>
        <p:nvSpPr>
          <p:cNvPr id="7" name="Slide Number Placeholder 6">
            <a:extLst>
              <a:ext uri="{FF2B5EF4-FFF2-40B4-BE49-F238E27FC236}">
                <a16:creationId xmlns:a16="http://schemas.microsoft.com/office/drawing/2014/main" id="{7A3F37CA-9754-D368-D887-71CB310C3B52}"/>
              </a:ext>
            </a:extLst>
          </p:cNvPr>
          <p:cNvSpPr>
            <a:spLocks noGrp="1"/>
          </p:cNvSpPr>
          <p:nvPr>
            <p:ph type="sldNum" sz="quarter" idx="12"/>
          </p:nvPr>
        </p:nvSpPr>
        <p:spPr>
          <a:xfrm>
            <a:off x="11734800" y="6445997"/>
            <a:ext cx="457200" cy="365125"/>
          </a:xfrm>
        </p:spPr>
        <p:txBody>
          <a:bodyPr anchor="ctr">
            <a:normAutofit/>
          </a:bodyPr>
          <a:lstStyle/>
          <a:p>
            <a:pPr>
              <a:spcAft>
                <a:spcPts val="600"/>
              </a:spcAft>
            </a:pPr>
            <a:fld id="{DDF60B60-82CA-4BB9-BA6E-A62FADF2374B}" type="slidenum">
              <a:rPr lang="en-US" smtClean="0"/>
              <a:pPr>
                <a:spcAft>
                  <a:spcPts val="600"/>
                </a:spcAft>
              </a:pPr>
              <a:t>13</a:t>
            </a:fld>
            <a:endParaRPr lang="en-US"/>
          </a:p>
        </p:txBody>
      </p:sp>
    </p:spTree>
    <p:extLst>
      <p:ext uri="{BB962C8B-B14F-4D97-AF65-F5344CB8AC3E}">
        <p14:creationId xmlns:p14="http://schemas.microsoft.com/office/powerpoint/2010/main" val="185689408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Shoji">
  <a:themeElements>
    <a:clrScheme name="Shoji">
      <a:dk1>
        <a:srgbClr val="131313"/>
      </a:dk1>
      <a:lt1>
        <a:sysClr val="window" lastClr="FFFFFF"/>
      </a:lt1>
      <a:dk2>
        <a:srgbClr val="1D3433"/>
      </a:dk2>
      <a:lt2>
        <a:srgbClr val="F3F2ED"/>
      </a:lt2>
      <a:accent1>
        <a:srgbClr val="7C5C3E"/>
      </a:accent1>
      <a:accent2>
        <a:srgbClr val="B8A189"/>
      </a:accent2>
      <a:accent3>
        <a:srgbClr val="A1A696"/>
      </a:accent3>
      <a:accent4>
        <a:srgbClr val="566868"/>
      </a:accent4>
      <a:accent5>
        <a:srgbClr val="786F50"/>
      </a:accent5>
      <a:accent6>
        <a:srgbClr val="A9A375"/>
      </a:accent6>
      <a:hlink>
        <a:srgbClr val="B1785F"/>
      </a:hlink>
      <a:folHlink>
        <a:srgbClr val="6C7F7F"/>
      </a:folHlink>
    </a:clrScheme>
    <a:fontScheme name="Custom 35">
      <a:majorFont>
        <a:latin typeface="Walbaum Display"/>
        <a:ea typeface=""/>
        <a:cs typeface=""/>
      </a:majorFont>
      <a:minorFont>
        <a:latin typeface="Apto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Shoji" id="{EBD40D9C-CA72-493B-87C2-C0EB162C667E}" vid="{D0940FF3-4015-4C8A-9B90-9961EFA3BC7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9D41049-A82A-4B5B-8ABC-9F045EF9F078}">
  <ds:schemaRefs>
    <ds:schemaRef ds:uri="http://schemas.microsoft.com/sharepoint/v3/contenttype/forms"/>
  </ds:schemaRefs>
</ds:datastoreItem>
</file>

<file path=customXml/itemProps2.xml><?xml version="1.0" encoding="utf-8"?>
<ds:datastoreItem xmlns:ds="http://schemas.openxmlformats.org/officeDocument/2006/customXml" ds:itemID="{0070BEB4-FB24-4E84-B3BB-971EAA4E97D2}">
  <ds:schemaRefs>
    <ds:schemaRef ds:uri="230e9df3-be65-4c73-a93b-d1236ebd677e"/>
    <ds:schemaRef ds:uri="71af3243-3dd4-4a8d-8c0d-dd76da1f02a5"/>
    <ds:schemaRef ds:uri="http://schemas.microsoft.com/office/2006/metadata/properties"/>
    <ds:schemaRef ds:uri="http://schemas.microsoft.com/office/infopath/2007/PartnerControls"/>
    <ds:schemaRef ds:uri="http://schemas.microsoft.com/sharepoint/v3"/>
  </ds:schemaRefs>
</ds:datastoreItem>
</file>

<file path=customXml/itemProps3.xml><?xml version="1.0" encoding="utf-8"?>
<ds:datastoreItem xmlns:ds="http://schemas.openxmlformats.org/officeDocument/2006/customXml" ds:itemID="{BDDCC98D-8A5B-4177-9C60-D4A9C8723FD7}">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0</TotalTime>
  <Words>4022</Words>
  <Application>Microsoft Office PowerPoint</Application>
  <PresentationFormat>Widescreen</PresentationFormat>
  <Paragraphs>143</Paragraphs>
  <Slides>13</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Aptos Light</vt:lpstr>
      <vt:lpstr>Arial</vt:lpstr>
      <vt:lpstr>Calibri</vt:lpstr>
      <vt:lpstr>Walbaum Display</vt:lpstr>
      <vt:lpstr>Shoji</vt:lpstr>
      <vt:lpstr>Object Storage – Lưu trữ giá rẻ nhưng đa dụng</vt:lpstr>
      <vt:lpstr>Khái niệm và nhu cầu Object Storage</vt:lpstr>
      <vt:lpstr>Tổng quan nhu cầu lưu trữ lớn trong kỷ nguyên AI và IoT</vt:lpstr>
      <vt:lpstr>Object Storage là gì và cách thức hoạt động</vt:lpstr>
      <vt:lpstr>Lợi thế chi phí của Object Storage</vt:lpstr>
      <vt:lpstr>Ứng dụng của Object Storage</vt:lpstr>
      <vt:lpstr>Ứng dụng trong AI và phân tích dữ liệu</vt:lpstr>
      <vt:lpstr>Ứng dụng trong backup, archive và camera</vt:lpstr>
      <vt:lpstr>So sánh và hệ sinh thái Object Storage</vt:lpstr>
      <vt:lpstr>NAS Storage PowerScale F900  syncIQ solution (main -&gt; DR)</vt:lpstr>
      <vt:lpstr>Các nền tảng Object Storage phổ biến hiện nay</vt:lpstr>
      <vt:lpstr>Kết luận</vt:lpstr>
      <vt:lpstr>Tổng kết vai trò của Object Storage trong doanh nghiệp hiện đại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p:lastModifiedBy>Nguyet Vuthi</cp:lastModifiedBy>
  <cp:revision>1</cp:revision>
  <dcterms:created xsi:type="dcterms:W3CDTF">2025-08-04T19:19:33Z</dcterms:created>
  <dcterms:modified xsi:type="dcterms:W3CDTF">2026-03-04T07:47:18Z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